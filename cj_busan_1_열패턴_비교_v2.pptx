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187451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cj_busan_1 · 학습 자료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377440"/>
            <a:ext cx="96012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6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열패턴 여섯 가지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6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그리고 그 어디에도 없는 오늘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420624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step_0 954,629 프레임에서 6,365개를 표집 · 8x8 격자 · k-means (k=6, k=10)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자료 기간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69671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2026-01-04 ~ 07-04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67328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견주는 시점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67328" y="569671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2026-09-25 09시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53949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작성일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76288" y="5696712"/>
            <a:ext cx="29260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2026-09-25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01 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어떻게 묶었는가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운용이 점수를 내는 것과 같은 모양으로 줄인 뒤 묶었습니다. 그래야 "모델이 무엇을 정상으로 배웠는가" 와 이어집니다.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2103120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0432" y="2084831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표집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0432" y="2377439"/>
            <a:ext cx="5760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954,629개에서 150개마다 하나씩, 6,365개. 날짜가 고르게 들어가도록 파일 이름 순으로 건너뛰며 뽑습니다.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3035808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3017520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8x8 로 줄이기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3310127"/>
            <a:ext cx="5760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160x120 원본을 20x15 블록으로 나눠 블록마다 최댓값을 고릅니다. source/utils.py 의 Conv_LWIR_to_64_Vector 와 같은 규칙입니다.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968496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70432" y="3950208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묶기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70432" y="4242816"/>
            <a:ext cx="5760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64칸 벡터를 그대로 k-means 에 넣습니다. 오토인코더가 보는 것이 이 벡터라 같은 것으로 묶어야 합니다.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4901183"/>
            <a:ext cx="347472" cy="347472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70432" y="4882896"/>
            <a:ext cx="2743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k 고르기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70432" y="5175503"/>
            <a:ext cx="5760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3~7 을 다 돌려 실루엣으로 봅니다. 눈대중으로 정하지 않습니다.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16368" y="2066543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실루엣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235915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높을수록 잘 갈린 것입니다.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16368" y="2724912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k=3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83296" y="2761488"/>
            <a:ext cx="2022652" cy="155448"/>
          </a:xfrm>
          <a:prstGeom prst="rect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396728" y="2724912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0.553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368" y="303580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k=4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83296" y="3072384"/>
            <a:ext cx="1656892" cy="155448"/>
          </a:xfrm>
          <a:prstGeom prst="rect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396728" y="3035808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0.453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8" y="334670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k=5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3383279"/>
            <a:ext cx="1181404" cy="155448"/>
          </a:xfrm>
          <a:prstGeom prst="rect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396728" y="3346703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0.323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657599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k=6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83296" y="3694175"/>
            <a:ext cx="1272844" cy="155448"/>
          </a:xfrm>
          <a:prstGeom prst="rect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396728" y="3657599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0.348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16368" y="3968496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k=7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83296" y="4005072"/>
            <a:ext cx="1166774" cy="155448"/>
          </a:xfrm>
          <a:prstGeom prst="rect">
            <a:avLst/>
          </a:prstGeom>
          <a:solidFill>
            <a:srgbClr val="C3C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0396728" y="3968496"/>
            <a:ext cx="7315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0.319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16368" y="4434840"/>
            <a:ext cx="3749039" cy="137160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754112" y="457200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셋이 가장 잘 갈립니다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54112" y="4882896"/>
            <a:ext cx="3291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자료가 말하는 것은 "정지 / 가동 / 과열" 셋입니다. 여섯으로 나눈 것은 그 안을 더 들여다보려는 것이고, 새 무늬가 나오지는 않습니다.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02  SIX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여섯 가지를 나란히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칸 색은 그 패턴의 칸별 평균 섭씨입니다. 짙을수록 뜨겁습니다.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07247" y="1700784"/>
            <a:ext cx="365760" cy="146304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973007" y="1700784"/>
            <a:ext cx="365760" cy="146304"/>
          </a:xfrm>
          <a:prstGeom prst="rect">
            <a:avLst/>
          </a:prstGeom>
          <a:solidFill>
            <a:srgbClr val="FBD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338767" y="1700784"/>
            <a:ext cx="365760" cy="146304"/>
          </a:xfrm>
          <a:prstGeom prst="rect">
            <a:avLst/>
          </a:prstGeom>
          <a:solidFill>
            <a:srgbClr val="F8C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704527" y="1700784"/>
            <a:ext cx="365760" cy="146304"/>
          </a:xfrm>
          <a:prstGeom prst="rect">
            <a:avLst/>
          </a:prstGeom>
          <a:solidFill>
            <a:srgbClr val="F3A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070287" y="1700784"/>
            <a:ext cx="365760" cy="146304"/>
          </a:xfrm>
          <a:prstGeom prst="rect">
            <a:avLst/>
          </a:prstGeom>
          <a:solidFill>
            <a:srgbClr val="EA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436047" y="1700784"/>
            <a:ext cx="365760" cy="146304"/>
          </a:xfrm>
          <a:prstGeom prst="rect">
            <a:avLst/>
          </a:prstGeom>
          <a:solidFill>
            <a:srgbClr val="D15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801807" y="1700784"/>
            <a:ext cx="365760" cy="146304"/>
          </a:xfrm>
          <a:prstGeom prst="rect">
            <a:avLst/>
          </a:prstGeom>
          <a:solidFill>
            <a:srgbClr val="A53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167567" y="1700784"/>
            <a:ext cx="365760" cy="146304"/>
          </a:xfrm>
          <a:prstGeom prst="rect">
            <a:avLst/>
          </a:prstGeom>
          <a:solidFill>
            <a:srgbClr val="6D2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986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44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172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74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32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7247" y="14813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섭씨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975104"/>
            <a:ext cx="201168" cy="14630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0976" y="19293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 발열부  행2-3 · 열5-7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1975104"/>
            <a:ext cx="201168" cy="146304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85616" y="19293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가운데 등줄기  행2-5 · 열2-3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57984" y="2176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8.1%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832103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005840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179576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353312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527048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700784" y="248716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874519" y="248716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658368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832103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005840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179576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353312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527048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700784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874519" y="266090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658368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32103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005840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179576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353312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527048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700784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874519" y="283464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658368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832103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005840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179576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353312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527048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700784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874519" y="3008376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658368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832103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005840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179576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1353312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527048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700784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874519" y="3182112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658368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832103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005840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179576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1353312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1527048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1700784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1874519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658368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832103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005840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179576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1353312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1527048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1700784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1874519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658368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832103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005840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179576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353312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527048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1700784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874519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527048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1005840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2194560" y="2505456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21.2도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20.4도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21.1도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59071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958687" y="2176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25.4%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459071" y="248716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4632807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4806543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4980279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154015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5327751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5501487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5675223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459071" y="266090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4632807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4806543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4980279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5154015" y="266090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5327751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5501487" y="266090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5675223" y="266090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4459071" y="283464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4632807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4806543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4980279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5154015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5327751" y="283464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5501487" y="283464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5675223" y="283464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4459071" y="3008376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4632807" y="300837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4806543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4980279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5154015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5327751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5501487" y="300837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5675223" y="300837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4459071" y="318211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4632807" y="318211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4806543" y="318211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4980279" y="318211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5154015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5327751" y="318211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5501487" y="318211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5675223" y="318211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4459071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4632807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4806543" y="335584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4980279" y="335584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5154015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5327751" y="3355848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5501487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5675223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4459071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4632807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4806543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4980279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5154015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5327751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5501487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5675223" y="3529584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4459071" y="370332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4632807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4806543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4980279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5154015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5327751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5501487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5675223" y="3703320"/>
            <a:ext cx="173736" cy="17373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ectangle 159"/>
          <p:cNvSpPr/>
          <p:nvPr/>
        </p:nvSpPr>
        <p:spPr>
          <a:xfrm>
            <a:off x="5327751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ectangle 160"/>
          <p:cNvSpPr/>
          <p:nvPr/>
        </p:nvSpPr>
        <p:spPr>
          <a:xfrm>
            <a:off x="4806543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TextBox 161"/>
          <p:cNvSpPr txBox="1"/>
          <p:nvPr/>
        </p:nvSpPr>
        <p:spPr>
          <a:xfrm>
            <a:off x="5995263" y="2505456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36.5도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68.7도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44.1도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259775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보통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9759391" y="2176272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35.5%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8259775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8433511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8607247" y="248716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8780983" y="248716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8954719" y="248716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9128455" y="248716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9302191" y="248716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9475927" y="248716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8259775" y="266090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8433511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8607247" y="266090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8780983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8954719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9128455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9302191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9475927" y="266090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8259775" y="283464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8433511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8607247" y="283464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8780983" y="283464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8954719" y="283464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9128455" y="283464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9302191" y="283464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9475927" y="283464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8259775" y="300837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8433511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8607247" y="300837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8780983" y="300837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8954719" y="300837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9128455" y="300837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9302191" y="300837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9475927" y="300837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8259775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8433511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8607247" y="318211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8780983" y="318211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8954719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9128455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9302191" y="318211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9475927" y="318211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8259775" y="335584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8433511" y="335584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8607247" y="335584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8780983" y="335584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8954719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9128455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9302191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9475927" y="3355848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8259775" y="352958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8433511" y="352958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8607247" y="352958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8780983" y="352958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8954719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9128455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ectangle 218"/>
          <p:cNvSpPr/>
          <p:nvPr/>
        </p:nvSpPr>
        <p:spPr>
          <a:xfrm>
            <a:off x="9302191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9475927" y="3529584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Rectangle 220"/>
          <p:cNvSpPr/>
          <p:nvPr/>
        </p:nvSpPr>
        <p:spPr>
          <a:xfrm>
            <a:off x="8259775" y="370332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8433511" y="370332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8607247" y="370332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8780983" y="370332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8954719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ectangle 225"/>
          <p:cNvSpPr/>
          <p:nvPr/>
        </p:nvSpPr>
        <p:spPr>
          <a:xfrm>
            <a:off x="9128455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ectangle 226"/>
          <p:cNvSpPr/>
          <p:nvPr/>
        </p:nvSpPr>
        <p:spPr>
          <a:xfrm>
            <a:off x="9302191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Rectangle 227"/>
          <p:cNvSpPr/>
          <p:nvPr/>
        </p:nvSpPr>
        <p:spPr>
          <a:xfrm>
            <a:off x="9475927" y="3703320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9" name="Rectangle 228"/>
          <p:cNvSpPr/>
          <p:nvPr/>
        </p:nvSpPr>
        <p:spPr>
          <a:xfrm>
            <a:off x="9128455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0" name="Rectangle 229"/>
          <p:cNvSpPr/>
          <p:nvPr/>
        </p:nvSpPr>
        <p:spPr>
          <a:xfrm>
            <a:off x="8607247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TextBox 230"/>
          <p:cNvSpPr txBox="1"/>
          <p:nvPr/>
        </p:nvSpPr>
        <p:spPr>
          <a:xfrm>
            <a:off x="9795967" y="2505456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41.6도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69.1도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55.0도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58368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오른쪽 확장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2157984" y="42611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9.9%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658368" y="457200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Rectangle 234"/>
          <p:cNvSpPr/>
          <p:nvPr/>
        </p:nvSpPr>
        <p:spPr>
          <a:xfrm>
            <a:off x="832103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Rectangle 235"/>
          <p:cNvSpPr/>
          <p:nvPr/>
        </p:nvSpPr>
        <p:spPr>
          <a:xfrm>
            <a:off x="1005840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Rectangle 236"/>
          <p:cNvSpPr/>
          <p:nvPr/>
        </p:nvSpPr>
        <p:spPr>
          <a:xfrm>
            <a:off x="1179576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Rectangle 237"/>
          <p:cNvSpPr/>
          <p:nvPr/>
        </p:nvSpPr>
        <p:spPr>
          <a:xfrm>
            <a:off x="1353312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Rectangle 238"/>
          <p:cNvSpPr/>
          <p:nvPr/>
        </p:nvSpPr>
        <p:spPr>
          <a:xfrm>
            <a:off x="1527048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ectangle 239"/>
          <p:cNvSpPr/>
          <p:nvPr/>
        </p:nvSpPr>
        <p:spPr>
          <a:xfrm>
            <a:off x="1700784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1874519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Rectangle 241"/>
          <p:cNvSpPr/>
          <p:nvPr/>
        </p:nvSpPr>
        <p:spPr>
          <a:xfrm>
            <a:off x="658368" y="474573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832103" y="474573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1005840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1179576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1353312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ectangle 246"/>
          <p:cNvSpPr/>
          <p:nvPr/>
        </p:nvSpPr>
        <p:spPr>
          <a:xfrm>
            <a:off x="1527048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1700784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1874519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Rectangle 249"/>
          <p:cNvSpPr/>
          <p:nvPr/>
        </p:nvSpPr>
        <p:spPr>
          <a:xfrm>
            <a:off x="658368" y="491947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Rectangle 250"/>
          <p:cNvSpPr/>
          <p:nvPr/>
        </p:nvSpPr>
        <p:spPr>
          <a:xfrm>
            <a:off x="832103" y="491947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Rectangle 251"/>
          <p:cNvSpPr/>
          <p:nvPr/>
        </p:nvSpPr>
        <p:spPr>
          <a:xfrm>
            <a:off x="1005840" y="491947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1179576" y="491947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ectangle 253"/>
          <p:cNvSpPr/>
          <p:nvPr/>
        </p:nvSpPr>
        <p:spPr>
          <a:xfrm>
            <a:off x="1353312" y="491947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Rectangle 254"/>
          <p:cNvSpPr/>
          <p:nvPr/>
        </p:nvSpPr>
        <p:spPr>
          <a:xfrm>
            <a:off x="1527048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Rectangle 255"/>
          <p:cNvSpPr/>
          <p:nvPr/>
        </p:nvSpPr>
        <p:spPr>
          <a:xfrm>
            <a:off x="1700784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Rectangle 256"/>
          <p:cNvSpPr/>
          <p:nvPr/>
        </p:nvSpPr>
        <p:spPr>
          <a:xfrm>
            <a:off x="1874519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Rectangle 257"/>
          <p:cNvSpPr/>
          <p:nvPr/>
        </p:nvSpPr>
        <p:spPr>
          <a:xfrm>
            <a:off x="658368" y="5093208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Rectangle 258"/>
          <p:cNvSpPr/>
          <p:nvPr/>
        </p:nvSpPr>
        <p:spPr>
          <a:xfrm>
            <a:off x="832103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Rectangle 259"/>
          <p:cNvSpPr/>
          <p:nvPr/>
        </p:nvSpPr>
        <p:spPr>
          <a:xfrm>
            <a:off x="1005840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Rectangle 260"/>
          <p:cNvSpPr/>
          <p:nvPr/>
        </p:nvSpPr>
        <p:spPr>
          <a:xfrm>
            <a:off x="1179576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Rectangle 261"/>
          <p:cNvSpPr/>
          <p:nvPr/>
        </p:nvSpPr>
        <p:spPr>
          <a:xfrm>
            <a:off x="1353312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Rectangle 262"/>
          <p:cNvSpPr/>
          <p:nvPr/>
        </p:nvSpPr>
        <p:spPr>
          <a:xfrm>
            <a:off x="1527048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Rectangle 263"/>
          <p:cNvSpPr/>
          <p:nvPr/>
        </p:nvSpPr>
        <p:spPr>
          <a:xfrm>
            <a:off x="1700784" y="5093208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Rectangle 264"/>
          <p:cNvSpPr/>
          <p:nvPr/>
        </p:nvSpPr>
        <p:spPr>
          <a:xfrm>
            <a:off x="1874519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Rectangle 265"/>
          <p:cNvSpPr/>
          <p:nvPr/>
        </p:nvSpPr>
        <p:spPr>
          <a:xfrm>
            <a:off x="658368" y="526694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Rectangle 266"/>
          <p:cNvSpPr/>
          <p:nvPr/>
        </p:nvSpPr>
        <p:spPr>
          <a:xfrm>
            <a:off x="832103" y="5266944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Rectangle 267"/>
          <p:cNvSpPr/>
          <p:nvPr/>
        </p:nvSpPr>
        <p:spPr>
          <a:xfrm>
            <a:off x="1005840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Rectangle 268"/>
          <p:cNvSpPr/>
          <p:nvPr/>
        </p:nvSpPr>
        <p:spPr>
          <a:xfrm>
            <a:off x="1179576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Rectangle 269"/>
          <p:cNvSpPr/>
          <p:nvPr/>
        </p:nvSpPr>
        <p:spPr>
          <a:xfrm>
            <a:off x="1353312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Rectangle 270"/>
          <p:cNvSpPr/>
          <p:nvPr/>
        </p:nvSpPr>
        <p:spPr>
          <a:xfrm>
            <a:off x="1527048" y="526694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Rectangle 271"/>
          <p:cNvSpPr/>
          <p:nvPr/>
        </p:nvSpPr>
        <p:spPr>
          <a:xfrm>
            <a:off x="1700784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Rectangle 272"/>
          <p:cNvSpPr/>
          <p:nvPr/>
        </p:nvSpPr>
        <p:spPr>
          <a:xfrm>
            <a:off x="1874519" y="526694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Rectangle 273"/>
          <p:cNvSpPr/>
          <p:nvPr/>
        </p:nvSpPr>
        <p:spPr>
          <a:xfrm>
            <a:off x="658368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Rectangle 274"/>
          <p:cNvSpPr/>
          <p:nvPr/>
        </p:nvSpPr>
        <p:spPr>
          <a:xfrm>
            <a:off x="832103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Rectangle 275"/>
          <p:cNvSpPr/>
          <p:nvPr/>
        </p:nvSpPr>
        <p:spPr>
          <a:xfrm>
            <a:off x="1005840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Rectangle 276"/>
          <p:cNvSpPr/>
          <p:nvPr/>
        </p:nvSpPr>
        <p:spPr>
          <a:xfrm>
            <a:off x="1179576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Rectangle 277"/>
          <p:cNvSpPr/>
          <p:nvPr/>
        </p:nvSpPr>
        <p:spPr>
          <a:xfrm>
            <a:off x="1353312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Rectangle 278"/>
          <p:cNvSpPr/>
          <p:nvPr/>
        </p:nvSpPr>
        <p:spPr>
          <a:xfrm>
            <a:off x="1527048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Rectangle 279"/>
          <p:cNvSpPr/>
          <p:nvPr/>
        </p:nvSpPr>
        <p:spPr>
          <a:xfrm>
            <a:off x="1700784" y="544068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Rectangle 280"/>
          <p:cNvSpPr/>
          <p:nvPr/>
        </p:nvSpPr>
        <p:spPr>
          <a:xfrm>
            <a:off x="1874519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658368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Rectangle 282"/>
          <p:cNvSpPr/>
          <p:nvPr/>
        </p:nvSpPr>
        <p:spPr>
          <a:xfrm>
            <a:off x="832103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Rectangle 283"/>
          <p:cNvSpPr/>
          <p:nvPr/>
        </p:nvSpPr>
        <p:spPr>
          <a:xfrm>
            <a:off x="1005840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Rectangle 284"/>
          <p:cNvSpPr/>
          <p:nvPr/>
        </p:nvSpPr>
        <p:spPr>
          <a:xfrm>
            <a:off x="1179576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Rectangle 285"/>
          <p:cNvSpPr/>
          <p:nvPr/>
        </p:nvSpPr>
        <p:spPr>
          <a:xfrm>
            <a:off x="1353312" y="5614416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Rectangle 286"/>
          <p:cNvSpPr/>
          <p:nvPr/>
        </p:nvSpPr>
        <p:spPr>
          <a:xfrm>
            <a:off x="1527048" y="5614416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Rectangle 287"/>
          <p:cNvSpPr/>
          <p:nvPr/>
        </p:nvSpPr>
        <p:spPr>
          <a:xfrm>
            <a:off x="1700784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Rectangle 288"/>
          <p:cNvSpPr/>
          <p:nvPr/>
        </p:nvSpPr>
        <p:spPr>
          <a:xfrm>
            <a:off x="1874519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Rectangle 289"/>
          <p:cNvSpPr/>
          <p:nvPr/>
        </p:nvSpPr>
        <p:spPr>
          <a:xfrm>
            <a:off x="658368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Rectangle 290"/>
          <p:cNvSpPr/>
          <p:nvPr/>
        </p:nvSpPr>
        <p:spPr>
          <a:xfrm>
            <a:off x="832103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Rectangle 291"/>
          <p:cNvSpPr/>
          <p:nvPr/>
        </p:nvSpPr>
        <p:spPr>
          <a:xfrm>
            <a:off x="1005840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Rectangle 292"/>
          <p:cNvSpPr/>
          <p:nvPr/>
        </p:nvSpPr>
        <p:spPr>
          <a:xfrm>
            <a:off x="1179576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Rectangle 293"/>
          <p:cNvSpPr/>
          <p:nvPr/>
        </p:nvSpPr>
        <p:spPr>
          <a:xfrm>
            <a:off x="1353312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Rectangle 294"/>
          <p:cNvSpPr/>
          <p:nvPr/>
        </p:nvSpPr>
        <p:spPr>
          <a:xfrm>
            <a:off x="1527048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Rectangle 295"/>
          <p:cNvSpPr/>
          <p:nvPr/>
        </p:nvSpPr>
        <p:spPr>
          <a:xfrm>
            <a:off x="1700784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7" name="Rectangle 296"/>
          <p:cNvSpPr/>
          <p:nvPr/>
        </p:nvSpPr>
        <p:spPr>
          <a:xfrm>
            <a:off x="1874519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8" name="Rectangle 297"/>
          <p:cNvSpPr/>
          <p:nvPr/>
        </p:nvSpPr>
        <p:spPr>
          <a:xfrm>
            <a:off x="1527048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Rectangle 298"/>
          <p:cNvSpPr/>
          <p:nvPr/>
        </p:nvSpPr>
        <p:spPr>
          <a:xfrm>
            <a:off x="1005840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TextBox 299"/>
          <p:cNvSpPr txBox="1"/>
          <p:nvPr/>
        </p:nvSpPr>
        <p:spPr>
          <a:xfrm>
            <a:off x="2194560" y="4590288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45.2도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76.6도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43.9도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4459071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등줄기 가동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5958687" y="42611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16.7%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4459071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Rectangle 303"/>
          <p:cNvSpPr/>
          <p:nvPr/>
        </p:nvSpPr>
        <p:spPr>
          <a:xfrm>
            <a:off x="4632807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Rectangle 304"/>
          <p:cNvSpPr/>
          <p:nvPr/>
        </p:nvSpPr>
        <p:spPr>
          <a:xfrm>
            <a:off x="4806543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Rectangle 305"/>
          <p:cNvSpPr/>
          <p:nvPr/>
        </p:nvSpPr>
        <p:spPr>
          <a:xfrm>
            <a:off x="4980279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Rectangle 306"/>
          <p:cNvSpPr/>
          <p:nvPr/>
        </p:nvSpPr>
        <p:spPr>
          <a:xfrm>
            <a:off x="5154015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Rectangle 307"/>
          <p:cNvSpPr/>
          <p:nvPr/>
        </p:nvSpPr>
        <p:spPr>
          <a:xfrm>
            <a:off x="5327751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Rectangle 308"/>
          <p:cNvSpPr/>
          <p:nvPr/>
        </p:nvSpPr>
        <p:spPr>
          <a:xfrm>
            <a:off x="5501487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Rectangle 309"/>
          <p:cNvSpPr/>
          <p:nvPr/>
        </p:nvSpPr>
        <p:spPr>
          <a:xfrm>
            <a:off x="5675223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Rectangle 310"/>
          <p:cNvSpPr/>
          <p:nvPr/>
        </p:nvSpPr>
        <p:spPr>
          <a:xfrm>
            <a:off x="4459071" y="474573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Rectangle 311"/>
          <p:cNvSpPr/>
          <p:nvPr/>
        </p:nvSpPr>
        <p:spPr>
          <a:xfrm>
            <a:off x="4632807" y="474573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Rectangle 312"/>
          <p:cNvSpPr/>
          <p:nvPr/>
        </p:nvSpPr>
        <p:spPr>
          <a:xfrm>
            <a:off x="4806543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Rectangle 313"/>
          <p:cNvSpPr/>
          <p:nvPr/>
        </p:nvSpPr>
        <p:spPr>
          <a:xfrm>
            <a:off x="4980279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Rectangle 314"/>
          <p:cNvSpPr/>
          <p:nvPr/>
        </p:nvSpPr>
        <p:spPr>
          <a:xfrm>
            <a:off x="5154015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Rectangle 315"/>
          <p:cNvSpPr/>
          <p:nvPr/>
        </p:nvSpPr>
        <p:spPr>
          <a:xfrm>
            <a:off x="5327751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Rectangle 316"/>
          <p:cNvSpPr/>
          <p:nvPr/>
        </p:nvSpPr>
        <p:spPr>
          <a:xfrm>
            <a:off x="5501487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Rectangle 317"/>
          <p:cNvSpPr/>
          <p:nvPr/>
        </p:nvSpPr>
        <p:spPr>
          <a:xfrm>
            <a:off x="5675223" y="474573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Rectangle 318"/>
          <p:cNvSpPr/>
          <p:nvPr/>
        </p:nvSpPr>
        <p:spPr>
          <a:xfrm>
            <a:off x="4459071" y="491947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Rectangle 319"/>
          <p:cNvSpPr/>
          <p:nvPr/>
        </p:nvSpPr>
        <p:spPr>
          <a:xfrm>
            <a:off x="4632807" y="491947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Rectangle 320"/>
          <p:cNvSpPr/>
          <p:nvPr/>
        </p:nvSpPr>
        <p:spPr>
          <a:xfrm>
            <a:off x="4806543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Rectangle 321"/>
          <p:cNvSpPr/>
          <p:nvPr/>
        </p:nvSpPr>
        <p:spPr>
          <a:xfrm>
            <a:off x="4980279" y="4919472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Rectangle 322"/>
          <p:cNvSpPr/>
          <p:nvPr/>
        </p:nvSpPr>
        <p:spPr>
          <a:xfrm>
            <a:off x="5154015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Rectangle 323"/>
          <p:cNvSpPr/>
          <p:nvPr/>
        </p:nvSpPr>
        <p:spPr>
          <a:xfrm>
            <a:off x="5327751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Rectangle 324"/>
          <p:cNvSpPr/>
          <p:nvPr/>
        </p:nvSpPr>
        <p:spPr>
          <a:xfrm>
            <a:off x="5501487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Rectangle 325"/>
          <p:cNvSpPr/>
          <p:nvPr/>
        </p:nvSpPr>
        <p:spPr>
          <a:xfrm>
            <a:off x="5675223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Rectangle 326"/>
          <p:cNvSpPr/>
          <p:nvPr/>
        </p:nvSpPr>
        <p:spPr>
          <a:xfrm>
            <a:off x="4459071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Rectangle 327"/>
          <p:cNvSpPr/>
          <p:nvPr/>
        </p:nvSpPr>
        <p:spPr>
          <a:xfrm>
            <a:off x="4632807" y="5093208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Rectangle 328"/>
          <p:cNvSpPr/>
          <p:nvPr/>
        </p:nvSpPr>
        <p:spPr>
          <a:xfrm>
            <a:off x="4806543" y="5093208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Rectangle 329"/>
          <p:cNvSpPr/>
          <p:nvPr/>
        </p:nvSpPr>
        <p:spPr>
          <a:xfrm>
            <a:off x="4980279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Rectangle 330"/>
          <p:cNvSpPr/>
          <p:nvPr/>
        </p:nvSpPr>
        <p:spPr>
          <a:xfrm>
            <a:off x="5154015" y="5093208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Rectangle 331"/>
          <p:cNvSpPr/>
          <p:nvPr/>
        </p:nvSpPr>
        <p:spPr>
          <a:xfrm>
            <a:off x="5327751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Rectangle 332"/>
          <p:cNvSpPr/>
          <p:nvPr/>
        </p:nvSpPr>
        <p:spPr>
          <a:xfrm>
            <a:off x="5501487" y="5093208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Rectangle 333"/>
          <p:cNvSpPr/>
          <p:nvPr/>
        </p:nvSpPr>
        <p:spPr>
          <a:xfrm>
            <a:off x="5675223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Rectangle 334"/>
          <p:cNvSpPr/>
          <p:nvPr/>
        </p:nvSpPr>
        <p:spPr>
          <a:xfrm>
            <a:off x="4459071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Rectangle 335"/>
          <p:cNvSpPr/>
          <p:nvPr/>
        </p:nvSpPr>
        <p:spPr>
          <a:xfrm>
            <a:off x="4632807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Rectangle 336"/>
          <p:cNvSpPr/>
          <p:nvPr/>
        </p:nvSpPr>
        <p:spPr>
          <a:xfrm>
            <a:off x="4806543" y="5266944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Rectangle 337"/>
          <p:cNvSpPr/>
          <p:nvPr/>
        </p:nvSpPr>
        <p:spPr>
          <a:xfrm>
            <a:off x="4980279" y="5266944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Rectangle 338"/>
          <p:cNvSpPr/>
          <p:nvPr/>
        </p:nvSpPr>
        <p:spPr>
          <a:xfrm>
            <a:off x="5154015" y="526694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5327751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Rectangle 340"/>
          <p:cNvSpPr/>
          <p:nvPr/>
        </p:nvSpPr>
        <p:spPr>
          <a:xfrm>
            <a:off x="5501487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Rectangle 341"/>
          <p:cNvSpPr/>
          <p:nvPr/>
        </p:nvSpPr>
        <p:spPr>
          <a:xfrm>
            <a:off x="5675223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3" name="Rectangle 342"/>
          <p:cNvSpPr/>
          <p:nvPr/>
        </p:nvSpPr>
        <p:spPr>
          <a:xfrm>
            <a:off x="4459071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4" name="Rectangle 343"/>
          <p:cNvSpPr/>
          <p:nvPr/>
        </p:nvSpPr>
        <p:spPr>
          <a:xfrm>
            <a:off x="4632807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Rectangle 344"/>
          <p:cNvSpPr/>
          <p:nvPr/>
        </p:nvSpPr>
        <p:spPr>
          <a:xfrm>
            <a:off x="4806543" y="544068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Rectangle 345"/>
          <p:cNvSpPr/>
          <p:nvPr/>
        </p:nvSpPr>
        <p:spPr>
          <a:xfrm>
            <a:off x="4980279" y="544068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7" name="Rectangle 346"/>
          <p:cNvSpPr/>
          <p:nvPr/>
        </p:nvSpPr>
        <p:spPr>
          <a:xfrm>
            <a:off x="5154015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Rectangle 347"/>
          <p:cNvSpPr/>
          <p:nvPr/>
        </p:nvSpPr>
        <p:spPr>
          <a:xfrm>
            <a:off x="5327751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Rectangle 348"/>
          <p:cNvSpPr/>
          <p:nvPr/>
        </p:nvSpPr>
        <p:spPr>
          <a:xfrm>
            <a:off x="5501487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Rectangle 349"/>
          <p:cNvSpPr/>
          <p:nvPr/>
        </p:nvSpPr>
        <p:spPr>
          <a:xfrm>
            <a:off x="5675223" y="5440680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Rectangle 350"/>
          <p:cNvSpPr/>
          <p:nvPr/>
        </p:nvSpPr>
        <p:spPr>
          <a:xfrm>
            <a:off x="4459071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Rectangle 351"/>
          <p:cNvSpPr/>
          <p:nvPr/>
        </p:nvSpPr>
        <p:spPr>
          <a:xfrm>
            <a:off x="4632807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Rectangle 352"/>
          <p:cNvSpPr/>
          <p:nvPr/>
        </p:nvSpPr>
        <p:spPr>
          <a:xfrm>
            <a:off x="4806543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Rectangle 353"/>
          <p:cNvSpPr/>
          <p:nvPr/>
        </p:nvSpPr>
        <p:spPr>
          <a:xfrm>
            <a:off x="4980279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Rectangle 354"/>
          <p:cNvSpPr/>
          <p:nvPr/>
        </p:nvSpPr>
        <p:spPr>
          <a:xfrm>
            <a:off x="5154015" y="5614416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Rectangle 355"/>
          <p:cNvSpPr/>
          <p:nvPr/>
        </p:nvSpPr>
        <p:spPr>
          <a:xfrm>
            <a:off x="5327751" y="5614416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Rectangle 356"/>
          <p:cNvSpPr/>
          <p:nvPr/>
        </p:nvSpPr>
        <p:spPr>
          <a:xfrm>
            <a:off x="5501487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Rectangle 357"/>
          <p:cNvSpPr/>
          <p:nvPr/>
        </p:nvSpPr>
        <p:spPr>
          <a:xfrm>
            <a:off x="5675223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9" name="Rectangle 358"/>
          <p:cNvSpPr/>
          <p:nvPr/>
        </p:nvSpPr>
        <p:spPr>
          <a:xfrm>
            <a:off x="4459071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Rectangle 359"/>
          <p:cNvSpPr/>
          <p:nvPr/>
        </p:nvSpPr>
        <p:spPr>
          <a:xfrm>
            <a:off x="4632807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Rectangle 360"/>
          <p:cNvSpPr/>
          <p:nvPr/>
        </p:nvSpPr>
        <p:spPr>
          <a:xfrm>
            <a:off x="4806543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Rectangle 361"/>
          <p:cNvSpPr/>
          <p:nvPr/>
        </p:nvSpPr>
        <p:spPr>
          <a:xfrm>
            <a:off x="4980279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Rectangle 362"/>
          <p:cNvSpPr/>
          <p:nvPr/>
        </p:nvSpPr>
        <p:spPr>
          <a:xfrm>
            <a:off x="5154015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Rectangle 363"/>
          <p:cNvSpPr/>
          <p:nvPr/>
        </p:nvSpPr>
        <p:spPr>
          <a:xfrm>
            <a:off x="5327751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5" name="Rectangle 364"/>
          <p:cNvSpPr/>
          <p:nvPr/>
        </p:nvSpPr>
        <p:spPr>
          <a:xfrm>
            <a:off x="5501487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6" name="Rectangle 365"/>
          <p:cNvSpPr/>
          <p:nvPr/>
        </p:nvSpPr>
        <p:spPr>
          <a:xfrm>
            <a:off x="5675223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7" name="Rectangle 366"/>
          <p:cNvSpPr/>
          <p:nvPr/>
        </p:nvSpPr>
        <p:spPr>
          <a:xfrm>
            <a:off x="5327751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8" name="Rectangle 367"/>
          <p:cNvSpPr/>
          <p:nvPr/>
        </p:nvSpPr>
        <p:spPr>
          <a:xfrm>
            <a:off x="4806543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TextBox 368"/>
          <p:cNvSpPr txBox="1"/>
          <p:nvPr/>
        </p:nvSpPr>
        <p:spPr>
          <a:xfrm>
            <a:off x="5995263" y="4590288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49.0도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74.0도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76.0도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8259775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등줄기 과열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9759391" y="4261104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4.5%</a:t>
            </a:r>
          </a:p>
        </p:txBody>
      </p:sp>
      <p:sp>
        <p:nvSpPr>
          <p:cNvPr id="372" name="Rectangle 371"/>
          <p:cNvSpPr/>
          <p:nvPr/>
        </p:nvSpPr>
        <p:spPr>
          <a:xfrm>
            <a:off x="8259775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Rectangle 372"/>
          <p:cNvSpPr/>
          <p:nvPr/>
        </p:nvSpPr>
        <p:spPr>
          <a:xfrm>
            <a:off x="8433511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Rectangle 373"/>
          <p:cNvSpPr/>
          <p:nvPr/>
        </p:nvSpPr>
        <p:spPr>
          <a:xfrm>
            <a:off x="8607247" y="457200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Rectangle 374"/>
          <p:cNvSpPr/>
          <p:nvPr/>
        </p:nvSpPr>
        <p:spPr>
          <a:xfrm>
            <a:off x="8780983" y="457200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Rectangle 375"/>
          <p:cNvSpPr/>
          <p:nvPr/>
        </p:nvSpPr>
        <p:spPr>
          <a:xfrm>
            <a:off x="8954719" y="457200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Rectangle 376"/>
          <p:cNvSpPr/>
          <p:nvPr/>
        </p:nvSpPr>
        <p:spPr>
          <a:xfrm>
            <a:off x="9128455" y="457200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8" name="Rectangle 377"/>
          <p:cNvSpPr/>
          <p:nvPr/>
        </p:nvSpPr>
        <p:spPr>
          <a:xfrm>
            <a:off x="9302191" y="4572000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9" name="Rectangle 378"/>
          <p:cNvSpPr/>
          <p:nvPr/>
        </p:nvSpPr>
        <p:spPr>
          <a:xfrm>
            <a:off x="9475927" y="457200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0" name="Rectangle 379"/>
          <p:cNvSpPr/>
          <p:nvPr/>
        </p:nvSpPr>
        <p:spPr>
          <a:xfrm>
            <a:off x="8259775" y="474573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Rectangle 380"/>
          <p:cNvSpPr/>
          <p:nvPr/>
        </p:nvSpPr>
        <p:spPr>
          <a:xfrm>
            <a:off x="8433511" y="474573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Rectangle 381"/>
          <p:cNvSpPr/>
          <p:nvPr/>
        </p:nvSpPr>
        <p:spPr>
          <a:xfrm>
            <a:off x="8607247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3" name="Rectangle 382"/>
          <p:cNvSpPr/>
          <p:nvPr/>
        </p:nvSpPr>
        <p:spPr>
          <a:xfrm>
            <a:off x="8780983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Rectangle 383"/>
          <p:cNvSpPr/>
          <p:nvPr/>
        </p:nvSpPr>
        <p:spPr>
          <a:xfrm>
            <a:off x="8954719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Rectangle 384"/>
          <p:cNvSpPr/>
          <p:nvPr/>
        </p:nvSpPr>
        <p:spPr>
          <a:xfrm>
            <a:off x="9128455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6" name="Rectangle 385"/>
          <p:cNvSpPr/>
          <p:nvPr/>
        </p:nvSpPr>
        <p:spPr>
          <a:xfrm>
            <a:off x="9302191" y="4745736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7" name="Rectangle 386"/>
          <p:cNvSpPr/>
          <p:nvPr/>
        </p:nvSpPr>
        <p:spPr>
          <a:xfrm>
            <a:off x="9475927" y="4745736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8" name="Rectangle 387"/>
          <p:cNvSpPr/>
          <p:nvPr/>
        </p:nvSpPr>
        <p:spPr>
          <a:xfrm>
            <a:off x="8259775" y="491947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9" name="Rectangle 388"/>
          <p:cNvSpPr/>
          <p:nvPr/>
        </p:nvSpPr>
        <p:spPr>
          <a:xfrm>
            <a:off x="8433511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0" name="Rectangle 389"/>
          <p:cNvSpPr/>
          <p:nvPr/>
        </p:nvSpPr>
        <p:spPr>
          <a:xfrm>
            <a:off x="8607247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1" name="Rectangle 390"/>
          <p:cNvSpPr/>
          <p:nvPr/>
        </p:nvSpPr>
        <p:spPr>
          <a:xfrm>
            <a:off x="8780983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2" name="Rectangle 391"/>
          <p:cNvSpPr/>
          <p:nvPr/>
        </p:nvSpPr>
        <p:spPr>
          <a:xfrm>
            <a:off x="8954719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3" name="Rectangle 392"/>
          <p:cNvSpPr/>
          <p:nvPr/>
        </p:nvSpPr>
        <p:spPr>
          <a:xfrm>
            <a:off x="9128455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Rectangle 393"/>
          <p:cNvSpPr/>
          <p:nvPr/>
        </p:nvSpPr>
        <p:spPr>
          <a:xfrm>
            <a:off x="9302191" y="4919472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5" name="Rectangle 394"/>
          <p:cNvSpPr/>
          <p:nvPr/>
        </p:nvSpPr>
        <p:spPr>
          <a:xfrm>
            <a:off x="9475927" y="4919472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Rectangle 395"/>
          <p:cNvSpPr/>
          <p:nvPr/>
        </p:nvSpPr>
        <p:spPr>
          <a:xfrm>
            <a:off x="8259775" y="5093208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7" name="Rectangle 396"/>
          <p:cNvSpPr/>
          <p:nvPr/>
        </p:nvSpPr>
        <p:spPr>
          <a:xfrm>
            <a:off x="8433511" y="5093208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8" name="Rectangle 397"/>
          <p:cNvSpPr/>
          <p:nvPr/>
        </p:nvSpPr>
        <p:spPr>
          <a:xfrm>
            <a:off x="8607247" y="5093208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Rectangle 398"/>
          <p:cNvSpPr/>
          <p:nvPr/>
        </p:nvSpPr>
        <p:spPr>
          <a:xfrm>
            <a:off x="8780983" y="5093208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ectangle 399"/>
          <p:cNvSpPr/>
          <p:nvPr/>
        </p:nvSpPr>
        <p:spPr>
          <a:xfrm>
            <a:off x="8954719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ectangle 400"/>
          <p:cNvSpPr/>
          <p:nvPr/>
        </p:nvSpPr>
        <p:spPr>
          <a:xfrm>
            <a:off x="9128455" y="5093208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ectangle 401"/>
          <p:cNvSpPr/>
          <p:nvPr/>
        </p:nvSpPr>
        <p:spPr>
          <a:xfrm>
            <a:off x="9302191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ectangle 402"/>
          <p:cNvSpPr/>
          <p:nvPr/>
        </p:nvSpPr>
        <p:spPr>
          <a:xfrm>
            <a:off x="9475927" y="5093208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ectangle 403"/>
          <p:cNvSpPr/>
          <p:nvPr/>
        </p:nvSpPr>
        <p:spPr>
          <a:xfrm>
            <a:off x="8259775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ectangle 404"/>
          <p:cNvSpPr/>
          <p:nvPr/>
        </p:nvSpPr>
        <p:spPr>
          <a:xfrm>
            <a:off x="8433511" y="5266944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Rectangle 405"/>
          <p:cNvSpPr/>
          <p:nvPr/>
        </p:nvSpPr>
        <p:spPr>
          <a:xfrm>
            <a:off x="8607247" y="5266944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7" name="Rectangle 406"/>
          <p:cNvSpPr/>
          <p:nvPr/>
        </p:nvSpPr>
        <p:spPr>
          <a:xfrm>
            <a:off x="8780983" y="5266944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Rectangle 407"/>
          <p:cNvSpPr/>
          <p:nvPr/>
        </p:nvSpPr>
        <p:spPr>
          <a:xfrm>
            <a:off x="8954719" y="5266944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Rectangle 408"/>
          <p:cNvSpPr/>
          <p:nvPr/>
        </p:nvSpPr>
        <p:spPr>
          <a:xfrm>
            <a:off x="9128455" y="5266944"/>
            <a:ext cx="173736" cy="173736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Rectangle 409"/>
          <p:cNvSpPr/>
          <p:nvPr/>
        </p:nvSpPr>
        <p:spPr>
          <a:xfrm>
            <a:off x="9302191" y="526694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1" name="Rectangle 410"/>
          <p:cNvSpPr/>
          <p:nvPr/>
        </p:nvSpPr>
        <p:spPr>
          <a:xfrm>
            <a:off x="9475927" y="5266944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Rectangle 411"/>
          <p:cNvSpPr/>
          <p:nvPr/>
        </p:nvSpPr>
        <p:spPr>
          <a:xfrm>
            <a:off x="8259775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Rectangle 412"/>
          <p:cNvSpPr/>
          <p:nvPr/>
        </p:nvSpPr>
        <p:spPr>
          <a:xfrm>
            <a:off x="8433511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Rectangle 413"/>
          <p:cNvSpPr/>
          <p:nvPr/>
        </p:nvSpPr>
        <p:spPr>
          <a:xfrm>
            <a:off x="8607247" y="5440680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5" name="Rectangle 414"/>
          <p:cNvSpPr/>
          <p:nvPr/>
        </p:nvSpPr>
        <p:spPr>
          <a:xfrm>
            <a:off x="8780983" y="5440680"/>
            <a:ext cx="173736" cy="173736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Rectangle 415"/>
          <p:cNvSpPr/>
          <p:nvPr/>
        </p:nvSpPr>
        <p:spPr>
          <a:xfrm>
            <a:off x="8954719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Rectangle 416"/>
          <p:cNvSpPr/>
          <p:nvPr/>
        </p:nvSpPr>
        <p:spPr>
          <a:xfrm>
            <a:off x="9128455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8" name="Rectangle 417"/>
          <p:cNvSpPr/>
          <p:nvPr/>
        </p:nvSpPr>
        <p:spPr>
          <a:xfrm>
            <a:off x="9302191" y="5440680"/>
            <a:ext cx="173736" cy="173736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9" name="Rectangle 418"/>
          <p:cNvSpPr/>
          <p:nvPr/>
        </p:nvSpPr>
        <p:spPr>
          <a:xfrm>
            <a:off x="9475927" y="5440680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Rectangle 419"/>
          <p:cNvSpPr/>
          <p:nvPr/>
        </p:nvSpPr>
        <p:spPr>
          <a:xfrm>
            <a:off x="8259775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Rectangle 420"/>
          <p:cNvSpPr/>
          <p:nvPr/>
        </p:nvSpPr>
        <p:spPr>
          <a:xfrm>
            <a:off x="8433511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2" name="Rectangle 421"/>
          <p:cNvSpPr/>
          <p:nvPr/>
        </p:nvSpPr>
        <p:spPr>
          <a:xfrm>
            <a:off x="8607247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3" name="Rectangle 422"/>
          <p:cNvSpPr/>
          <p:nvPr/>
        </p:nvSpPr>
        <p:spPr>
          <a:xfrm>
            <a:off x="8780983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4" name="Rectangle 423"/>
          <p:cNvSpPr/>
          <p:nvPr/>
        </p:nvSpPr>
        <p:spPr>
          <a:xfrm>
            <a:off x="8954719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5" name="Rectangle 424"/>
          <p:cNvSpPr/>
          <p:nvPr/>
        </p:nvSpPr>
        <p:spPr>
          <a:xfrm>
            <a:off x="9128455" y="5614416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6" name="Rectangle 425"/>
          <p:cNvSpPr/>
          <p:nvPr/>
        </p:nvSpPr>
        <p:spPr>
          <a:xfrm>
            <a:off x="9302191" y="5614416"/>
            <a:ext cx="173736" cy="17373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7" name="Rectangle 426"/>
          <p:cNvSpPr/>
          <p:nvPr/>
        </p:nvSpPr>
        <p:spPr>
          <a:xfrm>
            <a:off x="9475927" y="5614416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8" name="Rectangle 427"/>
          <p:cNvSpPr/>
          <p:nvPr/>
        </p:nvSpPr>
        <p:spPr>
          <a:xfrm>
            <a:off x="8259775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9" name="Rectangle 428"/>
          <p:cNvSpPr/>
          <p:nvPr/>
        </p:nvSpPr>
        <p:spPr>
          <a:xfrm>
            <a:off x="8433511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0" name="Rectangle 429"/>
          <p:cNvSpPr/>
          <p:nvPr/>
        </p:nvSpPr>
        <p:spPr>
          <a:xfrm>
            <a:off x="8607247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1" name="Rectangle 430"/>
          <p:cNvSpPr/>
          <p:nvPr/>
        </p:nvSpPr>
        <p:spPr>
          <a:xfrm>
            <a:off x="8780983" y="5788152"/>
            <a:ext cx="173736" cy="17373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2" name="Rectangle 431"/>
          <p:cNvSpPr/>
          <p:nvPr/>
        </p:nvSpPr>
        <p:spPr>
          <a:xfrm>
            <a:off x="8954719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3" name="Rectangle 432"/>
          <p:cNvSpPr/>
          <p:nvPr/>
        </p:nvSpPr>
        <p:spPr>
          <a:xfrm>
            <a:off x="9128455" y="5788152"/>
            <a:ext cx="173736" cy="17373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4" name="Rectangle 433"/>
          <p:cNvSpPr/>
          <p:nvPr/>
        </p:nvSpPr>
        <p:spPr>
          <a:xfrm>
            <a:off x="9302191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5" name="Rectangle 434"/>
          <p:cNvSpPr/>
          <p:nvPr/>
        </p:nvSpPr>
        <p:spPr>
          <a:xfrm>
            <a:off x="9475927" y="5788152"/>
            <a:ext cx="173736" cy="17373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6" name="Rectangle 435"/>
          <p:cNvSpPr/>
          <p:nvPr/>
        </p:nvSpPr>
        <p:spPr>
          <a:xfrm>
            <a:off x="9128455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7" name="Rectangle 436"/>
          <p:cNvSpPr/>
          <p:nvPr/>
        </p:nvSpPr>
        <p:spPr>
          <a:xfrm>
            <a:off x="8607247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8" name="TextBox 437"/>
          <p:cNvSpPr txBox="1"/>
          <p:nvPr/>
        </p:nvSpPr>
        <p:spPr>
          <a:xfrm>
            <a:off x="9795967" y="4590288"/>
            <a:ext cx="1737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63.0도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83.7도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등줄기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123.9도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03  DEVIATION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평균 대비로 보면 무엇이 도는지 보인다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여섯을 표본 수로 가중한 기준에서 얼마나 벗어났는지입니다. 붉으면 그 패턴에서 유독 뜨거운 칸입니다.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07247" y="1700784"/>
            <a:ext cx="365760" cy="146304"/>
          </a:xfrm>
          <a:prstGeom prst="rect">
            <a:avLst/>
          </a:prstGeom>
          <a:solidFill>
            <a:srgbClr val="1652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973007" y="1700784"/>
            <a:ext cx="365760" cy="146304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338767" y="1700784"/>
            <a:ext cx="365760" cy="146304"/>
          </a:xfrm>
          <a:prstGeom prst="rect">
            <a:avLst/>
          </a:prstGeom>
          <a:solidFill>
            <a:srgbClr val="86B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704527" y="1700784"/>
            <a:ext cx="365760" cy="146304"/>
          </a:xfrm>
          <a:prstGeom prst="rect">
            <a:avLst/>
          </a:prstGeom>
          <a:solidFill>
            <a:srgbClr val="ECE7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070287" y="1700784"/>
            <a:ext cx="365760" cy="146304"/>
          </a:xfrm>
          <a:prstGeom prst="rect">
            <a:avLst/>
          </a:prstGeom>
          <a:solidFill>
            <a:srgbClr val="F6C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436047" y="1700784"/>
            <a:ext cx="365760" cy="146304"/>
          </a:xfrm>
          <a:prstGeom prst="rect">
            <a:avLst/>
          </a:prstGeom>
          <a:solidFill>
            <a:srgbClr val="E58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801807" y="1700784"/>
            <a:ext cx="365760" cy="146304"/>
          </a:xfrm>
          <a:prstGeom prst="rect">
            <a:avLst/>
          </a:prstGeom>
          <a:solidFill>
            <a:srgbClr val="D05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167567" y="1700784"/>
            <a:ext cx="365760" cy="146304"/>
          </a:xfrm>
          <a:prstGeom prst="rect">
            <a:avLst/>
          </a:prstGeom>
          <a:solidFill>
            <a:srgbClr val="8F23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986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-20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44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-10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-3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+3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172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+10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74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+20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32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+40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7247" y="14813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기준과의 차이 (도)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1975104"/>
            <a:ext cx="201168" cy="14630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0976" y="19293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 발열부  행2-3 · 열5-7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93008" y="1975104"/>
            <a:ext cx="201168" cy="146304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3785616" y="1929384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가운데 등줄기  행2-5 · 열2-3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832103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005840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179576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353312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527048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700784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874519" y="248716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658368" y="266090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832103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005840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179576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353312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527048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700784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874519" y="2660904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658368" y="2834640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32103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1005840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179576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353312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527048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700784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874519" y="2834640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658368" y="3008376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832103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1005840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179576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353312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527048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700784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874519" y="3008376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658368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832103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005840" y="3182112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179576" y="3182112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353312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1527048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700784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874519" y="3182112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658368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832103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005840" y="3355848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179576" y="3355848"/>
            <a:ext cx="173736" cy="173736"/>
          </a:xfrm>
          <a:prstGeom prst="rect">
            <a:avLst/>
          </a:prstGeom>
          <a:solidFill>
            <a:srgbClr val="16528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353312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1527048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1700784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1874519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658368" y="352958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832103" y="352958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1005840" y="352958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179576" y="352958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353312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1527048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1700784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1874519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658368" y="3703320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832103" y="3703320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005840" y="3703320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179576" y="3703320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353312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527048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1700784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1874519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1527048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1005840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2194560" y="2560320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(7,6)  -5도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(7,7)  -6도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(3,7)  -51도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459071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459071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4632807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4806543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4980279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5154015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5327751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5501487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5675223" y="248716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4459071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4632807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806543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4980279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5154015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5327751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5501487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5675223" y="266090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4459071" y="283464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4632807" y="283464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4806543" y="283464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4980279" y="283464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5154015" y="283464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5327751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5501487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5675223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4459071" y="3008376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4632807" y="3008376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4806543" y="3008376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4980279" y="3008376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5154015" y="3008376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5327751" y="3008376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5501487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5675223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4459071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4632807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4806543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4980279" y="3182112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5154015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5327751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5501487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5675223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4459071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4632807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4806543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4980279" y="335584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5154015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5327751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5501487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5675223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4459071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4632807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4806543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4980279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5154015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5327751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5501487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5675223" y="3529584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4459071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4632807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4806543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4980279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5154015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5327751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5501487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5675223" y="370332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5327751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4806543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5995263" y="2560320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(2,6)  +2도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(2,5)  +2도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(3,3)  -12도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259775" y="217627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보통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8259775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8433511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8607247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8780983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8954719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9128455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9302191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9475927" y="248716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8259775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8433511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8607247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8780983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8954719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9128455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9302191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9475927" y="266090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8259775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8433511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8607247" y="283464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8780983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8954719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9128455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9302191" y="283464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9475927" y="283464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8259775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8433511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8607247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8780983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8954719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9128455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9302191" y="300837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9475927" y="300837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8259775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8433511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8607247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8780983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8954719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9128455" y="318211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9302191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9475927" y="318211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8259775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8433511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8607247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8780983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8954719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9128455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9302191" y="335584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9475927" y="335584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8259775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8433511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8607247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8780983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8954719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9128455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9302191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9475927" y="352958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8259775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ectangle 218"/>
          <p:cNvSpPr/>
          <p:nvPr/>
        </p:nvSpPr>
        <p:spPr>
          <a:xfrm>
            <a:off x="8433511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8607247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Rectangle 220"/>
          <p:cNvSpPr/>
          <p:nvPr/>
        </p:nvSpPr>
        <p:spPr>
          <a:xfrm>
            <a:off x="8780983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8954719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9128455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9302191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9475927" y="370332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ectangle 225"/>
          <p:cNvSpPr/>
          <p:nvPr/>
        </p:nvSpPr>
        <p:spPr>
          <a:xfrm>
            <a:off x="9128455" y="2834640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Rectangle 226"/>
          <p:cNvSpPr/>
          <p:nvPr/>
        </p:nvSpPr>
        <p:spPr>
          <a:xfrm>
            <a:off x="8607247" y="2834640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8" name="TextBox 227"/>
          <p:cNvSpPr txBox="1"/>
          <p:nvPr/>
        </p:nvSpPr>
        <p:spPr>
          <a:xfrm>
            <a:off x="9795967" y="2560320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(2,2)  +3도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(3,7)  +3도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(5,6)  -4도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658368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오른쪽 확장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658368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Rectangle 230"/>
          <p:cNvSpPr/>
          <p:nvPr/>
        </p:nvSpPr>
        <p:spPr>
          <a:xfrm>
            <a:off x="832103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Rectangle 231"/>
          <p:cNvSpPr/>
          <p:nvPr/>
        </p:nvSpPr>
        <p:spPr>
          <a:xfrm>
            <a:off x="1005840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Rectangle 232"/>
          <p:cNvSpPr/>
          <p:nvPr/>
        </p:nvSpPr>
        <p:spPr>
          <a:xfrm>
            <a:off x="1179576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Rectangle 233"/>
          <p:cNvSpPr/>
          <p:nvPr/>
        </p:nvSpPr>
        <p:spPr>
          <a:xfrm>
            <a:off x="1353312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Rectangle 234"/>
          <p:cNvSpPr/>
          <p:nvPr/>
        </p:nvSpPr>
        <p:spPr>
          <a:xfrm>
            <a:off x="1527048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Rectangle 235"/>
          <p:cNvSpPr/>
          <p:nvPr/>
        </p:nvSpPr>
        <p:spPr>
          <a:xfrm>
            <a:off x="1700784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Rectangle 236"/>
          <p:cNvSpPr/>
          <p:nvPr/>
        </p:nvSpPr>
        <p:spPr>
          <a:xfrm>
            <a:off x="1874519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Rectangle 237"/>
          <p:cNvSpPr/>
          <p:nvPr/>
        </p:nvSpPr>
        <p:spPr>
          <a:xfrm>
            <a:off x="658368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Rectangle 238"/>
          <p:cNvSpPr/>
          <p:nvPr/>
        </p:nvSpPr>
        <p:spPr>
          <a:xfrm>
            <a:off x="832103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ectangle 239"/>
          <p:cNvSpPr/>
          <p:nvPr/>
        </p:nvSpPr>
        <p:spPr>
          <a:xfrm>
            <a:off x="1005840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1179576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Rectangle 241"/>
          <p:cNvSpPr/>
          <p:nvPr/>
        </p:nvSpPr>
        <p:spPr>
          <a:xfrm>
            <a:off x="1353312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1527048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1700784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1874519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658368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ectangle 246"/>
          <p:cNvSpPr/>
          <p:nvPr/>
        </p:nvSpPr>
        <p:spPr>
          <a:xfrm>
            <a:off x="832103" y="491947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1005840" y="4919472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1179576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Rectangle 249"/>
          <p:cNvSpPr/>
          <p:nvPr/>
        </p:nvSpPr>
        <p:spPr>
          <a:xfrm>
            <a:off x="1353312" y="491947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Rectangle 250"/>
          <p:cNvSpPr/>
          <p:nvPr/>
        </p:nvSpPr>
        <p:spPr>
          <a:xfrm>
            <a:off x="1527048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Rectangle 251"/>
          <p:cNvSpPr/>
          <p:nvPr/>
        </p:nvSpPr>
        <p:spPr>
          <a:xfrm>
            <a:off x="1700784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1874519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ectangle 253"/>
          <p:cNvSpPr/>
          <p:nvPr/>
        </p:nvSpPr>
        <p:spPr>
          <a:xfrm>
            <a:off x="658368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Rectangle 254"/>
          <p:cNvSpPr/>
          <p:nvPr/>
        </p:nvSpPr>
        <p:spPr>
          <a:xfrm>
            <a:off x="832103" y="5093208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Rectangle 255"/>
          <p:cNvSpPr/>
          <p:nvPr/>
        </p:nvSpPr>
        <p:spPr>
          <a:xfrm>
            <a:off x="1005840" y="509320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Rectangle 256"/>
          <p:cNvSpPr/>
          <p:nvPr/>
        </p:nvSpPr>
        <p:spPr>
          <a:xfrm>
            <a:off x="1179576" y="5093208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Rectangle 257"/>
          <p:cNvSpPr/>
          <p:nvPr/>
        </p:nvSpPr>
        <p:spPr>
          <a:xfrm>
            <a:off x="1353312" y="5093208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Rectangle 258"/>
          <p:cNvSpPr/>
          <p:nvPr/>
        </p:nvSpPr>
        <p:spPr>
          <a:xfrm>
            <a:off x="1527048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Rectangle 259"/>
          <p:cNvSpPr/>
          <p:nvPr/>
        </p:nvSpPr>
        <p:spPr>
          <a:xfrm>
            <a:off x="1700784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Rectangle 260"/>
          <p:cNvSpPr/>
          <p:nvPr/>
        </p:nvSpPr>
        <p:spPr>
          <a:xfrm>
            <a:off x="1874519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Rectangle 261"/>
          <p:cNvSpPr/>
          <p:nvPr/>
        </p:nvSpPr>
        <p:spPr>
          <a:xfrm>
            <a:off x="658368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Rectangle 262"/>
          <p:cNvSpPr/>
          <p:nvPr/>
        </p:nvSpPr>
        <p:spPr>
          <a:xfrm>
            <a:off x="832103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Rectangle 263"/>
          <p:cNvSpPr/>
          <p:nvPr/>
        </p:nvSpPr>
        <p:spPr>
          <a:xfrm>
            <a:off x="1005840" y="526694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Rectangle 264"/>
          <p:cNvSpPr/>
          <p:nvPr/>
        </p:nvSpPr>
        <p:spPr>
          <a:xfrm>
            <a:off x="1179576" y="5266944"/>
            <a:ext cx="173736" cy="173736"/>
          </a:xfrm>
          <a:prstGeom prst="rect">
            <a:avLst/>
          </a:prstGeom>
          <a:solidFill>
            <a:srgbClr val="2A78D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Rectangle 265"/>
          <p:cNvSpPr/>
          <p:nvPr/>
        </p:nvSpPr>
        <p:spPr>
          <a:xfrm>
            <a:off x="1353312" y="5266944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Rectangle 266"/>
          <p:cNvSpPr/>
          <p:nvPr/>
        </p:nvSpPr>
        <p:spPr>
          <a:xfrm>
            <a:off x="1527048" y="5266944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Rectangle 267"/>
          <p:cNvSpPr/>
          <p:nvPr/>
        </p:nvSpPr>
        <p:spPr>
          <a:xfrm>
            <a:off x="1700784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Rectangle 268"/>
          <p:cNvSpPr/>
          <p:nvPr/>
        </p:nvSpPr>
        <p:spPr>
          <a:xfrm>
            <a:off x="1874519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Rectangle 269"/>
          <p:cNvSpPr/>
          <p:nvPr/>
        </p:nvSpPr>
        <p:spPr>
          <a:xfrm>
            <a:off x="658368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Rectangle 270"/>
          <p:cNvSpPr/>
          <p:nvPr/>
        </p:nvSpPr>
        <p:spPr>
          <a:xfrm>
            <a:off x="832103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Rectangle 271"/>
          <p:cNvSpPr/>
          <p:nvPr/>
        </p:nvSpPr>
        <p:spPr>
          <a:xfrm>
            <a:off x="1005840" y="544068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Rectangle 272"/>
          <p:cNvSpPr/>
          <p:nvPr/>
        </p:nvSpPr>
        <p:spPr>
          <a:xfrm>
            <a:off x="1179576" y="5440680"/>
            <a:ext cx="173736" cy="173736"/>
          </a:xfrm>
          <a:prstGeom prst="rect">
            <a:avLst/>
          </a:prstGeom>
          <a:solidFill>
            <a:srgbClr val="86B6E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Rectangle 273"/>
          <p:cNvSpPr/>
          <p:nvPr/>
        </p:nvSpPr>
        <p:spPr>
          <a:xfrm>
            <a:off x="1353312" y="5440680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Rectangle 274"/>
          <p:cNvSpPr/>
          <p:nvPr/>
        </p:nvSpPr>
        <p:spPr>
          <a:xfrm>
            <a:off x="1527048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Rectangle 275"/>
          <p:cNvSpPr/>
          <p:nvPr/>
        </p:nvSpPr>
        <p:spPr>
          <a:xfrm>
            <a:off x="1700784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Rectangle 276"/>
          <p:cNvSpPr/>
          <p:nvPr/>
        </p:nvSpPr>
        <p:spPr>
          <a:xfrm>
            <a:off x="1874519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Rectangle 277"/>
          <p:cNvSpPr/>
          <p:nvPr/>
        </p:nvSpPr>
        <p:spPr>
          <a:xfrm>
            <a:off x="658368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Rectangle 278"/>
          <p:cNvSpPr/>
          <p:nvPr/>
        </p:nvSpPr>
        <p:spPr>
          <a:xfrm>
            <a:off x="832103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Rectangle 279"/>
          <p:cNvSpPr/>
          <p:nvPr/>
        </p:nvSpPr>
        <p:spPr>
          <a:xfrm>
            <a:off x="1005840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Rectangle 280"/>
          <p:cNvSpPr/>
          <p:nvPr/>
        </p:nvSpPr>
        <p:spPr>
          <a:xfrm>
            <a:off x="1179576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1353312" y="5614416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Rectangle 282"/>
          <p:cNvSpPr/>
          <p:nvPr/>
        </p:nvSpPr>
        <p:spPr>
          <a:xfrm>
            <a:off x="1527048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Rectangle 283"/>
          <p:cNvSpPr/>
          <p:nvPr/>
        </p:nvSpPr>
        <p:spPr>
          <a:xfrm>
            <a:off x="1700784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Rectangle 284"/>
          <p:cNvSpPr/>
          <p:nvPr/>
        </p:nvSpPr>
        <p:spPr>
          <a:xfrm>
            <a:off x="1874519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Rectangle 285"/>
          <p:cNvSpPr/>
          <p:nvPr/>
        </p:nvSpPr>
        <p:spPr>
          <a:xfrm>
            <a:off x="658368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Rectangle 286"/>
          <p:cNvSpPr/>
          <p:nvPr/>
        </p:nvSpPr>
        <p:spPr>
          <a:xfrm>
            <a:off x="832103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Rectangle 287"/>
          <p:cNvSpPr/>
          <p:nvPr/>
        </p:nvSpPr>
        <p:spPr>
          <a:xfrm>
            <a:off x="1005840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Rectangle 288"/>
          <p:cNvSpPr/>
          <p:nvPr/>
        </p:nvSpPr>
        <p:spPr>
          <a:xfrm>
            <a:off x="1179576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Rectangle 289"/>
          <p:cNvSpPr/>
          <p:nvPr/>
        </p:nvSpPr>
        <p:spPr>
          <a:xfrm>
            <a:off x="1353312" y="578815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Rectangle 290"/>
          <p:cNvSpPr/>
          <p:nvPr/>
        </p:nvSpPr>
        <p:spPr>
          <a:xfrm>
            <a:off x="1527048" y="578815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Rectangle 291"/>
          <p:cNvSpPr/>
          <p:nvPr/>
        </p:nvSpPr>
        <p:spPr>
          <a:xfrm>
            <a:off x="1700784" y="578815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Rectangle 292"/>
          <p:cNvSpPr/>
          <p:nvPr/>
        </p:nvSpPr>
        <p:spPr>
          <a:xfrm>
            <a:off x="1874519" y="578815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Rectangle 293"/>
          <p:cNvSpPr/>
          <p:nvPr/>
        </p:nvSpPr>
        <p:spPr>
          <a:xfrm>
            <a:off x="1527048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Rectangle 294"/>
          <p:cNvSpPr/>
          <p:nvPr/>
        </p:nvSpPr>
        <p:spPr>
          <a:xfrm>
            <a:off x="1005840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TextBox 295"/>
          <p:cNvSpPr txBox="1"/>
          <p:nvPr/>
        </p:nvSpPr>
        <p:spPr>
          <a:xfrm>
            <a:off x="2194560" y="46451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(4,5)  +23도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(5,6)  +20도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(4,2)  -14도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4459071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등줄기 가동</a:t>
            </a:r>
          </a:p>
        </p:txBody>
      </p:sp>
      <p:sp>
        <p:nvSpPr>
          <p:cNvPr id="298" name="Rectangle 297"/>
          <p:cNvSpPr/>
          <p:nvPr/>
        </p:nvSpPr>
        <p:spPr>
          <a:xfrm>
            <a:off x="4459071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9" name="Rectangle 298"/>
          <p:cNvSpPr/>
          <p:nvPr/>
        </p:nvSpPr>
        <p:spPr>
          <a:xfrm>
            <a:off x="4632807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Rectangle 299"/>
          <p:cNvSpPr/>
          <p:nvPr/>
        </p:nvSpPr>
        <p:spPr>
          <a:xfrm>
            <a:off x="4806543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Rectangle 300"/>
          <p:cNvSpPr/>
          <p:nvPr/>
        </p:nvSpPr>
        <p:spPr>
          <a:xfrm>
            <a:off x="4980279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Rectangle 301"/>
          <p:cNvSpPr/>
          <p:nvPr/>
        </p:nvSpPr>
        <p:spPr>
          <a:xfrm>
            <a:off x="5154015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Rectangle 302"/>
          <p:cNvSpPr/>
          <p:nvPr/>
        </p:nvSpPr>
        <p:spPr>
          <a:xfrm>
            <a:off x="5327751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Rectangle 303"/>
          <p:cNvSpPr/>
          <p:nvPr/>
        </p:nvSpPr>
        <p:spPr>
          <a:xfrm>
            <a:off x="5501487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Rectangle 304"/>
          <p:cNvSpPr/>
          <p:nvPr/>
        </p:nvSpPr>
        <p:spPr>
          <a:xfrm>
            <a:off x="5675223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Rectangle 305"/>
          <p:cNvSpPr/>
          <p:nvPr/>
        </p:nvSpPr>
        <p:spPr>
          <a:xfrm>
            <a:off x="4459071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Rectangle 306"/>
          <p:cNvSpPr/>
          <p:nvPr/>
        </p:nvSpPr>
        <p:spPr>
          <a:xfrm>
            <a:off x="4632807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Rectangle 307"/>
          <p:cNvSpPr/>
          <p:nvPr/>
        </p:nvSpPr>
        <p:spPr>
          <a:xfrm>
            <a:off x="4806543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Rectangle 308"/>
          <p:cNvSpPr/>
          <p:nvPr/>
        </p:nvSpPr>
        <p:spPr>
          <a:xfrm>
            <a:off x="4980279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Rectangle 309"/>
          <p:cNvSpPr/>
          <p:nvPr/>
        </p:nvSpPr>
        <p:spPr>
          <a:xfrm>
            <a:off x="5154015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Rectangle 310"/>
          <p:cNvSpPr/>
          <p:nvPr/>
        </p:nvSpPr>
        <p:spPr>
          <a:xfrm>
            <a:off x="5327751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Rectangle 311"/>
          <p:cNvSpPr/>
          <p:nvPr/>
        </p:nvSpPr>
        <p:spPr>
          <a:xfrm>
            <a:off x="5501487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Rectangle 312"/>
          <p:cNvSpPr/>
          <p:nvPr/>
        </p:nvSpPr>
        <p:spPr>
          <a:xfrm>
            <a:off x="5675223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Rectangle 313"/>
          <p:cNvSpPr/>
          <p:nvPr/>
        </p:nvSpPr>
        <p:spPr>
          <a:xfrm>
            <a:off x="4459071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Rectangle 314"/>
          <p:cNvSpPr/>
          <p:nvPr/>
        </p:nvSpPr>
        <p:spPr>
          <a:xfrm>
            <a:off x="4632807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Rectangle 315"/>
          <p:cNvSpPr/>
          <p:nvPr/>
        </p:nvSpPr>
        <p:spPr>
          <a:xfrm>
            <a:off x="4806543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Rectangle 316"/>
          <p:cNvSpPr/>
          <p:nvPr/>
        </p:nvSpPr>
        <p:spPr>
          <a:xfrm>
            <a:off x="4980279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Rectangle 317"/>
          <p:cNvSpPr/>
          <p:nvPr/>
        </p:nvSpPr>
        <p:spPr>
          <a:xfrm>
            <a:off x="5154015" y="4919472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Rectangle 318"/>
          <p:cNvSpPr/>
          <p:nvPr/>
        </p:nvSpPr>
        <p:spPr>
          <a:xfrm>
            <a:off x="5327751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Rectangle 319"/>
          <p:cNvSpPr/>
          <p:nvPr/>
        </p:nvSpPr>
        <p:spPr>
          <a:xfrm>
            <a:off x="5501487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Rectangle 320"/>
          <p:cNvSpPr/>
          <p:nvPr/>
        </p:nvSpPr>
        <p:spPr>
          <a:xfrm>
            <a:off x="5675223" y="491947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Rectangle 321"/>
          <p:cNvSpPr/>
          <p:nvPr/>
        </p:nvSpPr>
        <p:spPr>
          <a:xfrm>
            <a:off x="4459071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Rectangle 322"/>
          <p:cNvSpPr/>
          <p:nvPr/>
        </p:nvSpPr>
        <p:spPr>
          <a:xfrm>
            <a:off x="4632807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Rectangle 323"/>
          <p:cNvSpPr/>
          <p:nvPr/>
        </p:nvSpPr>
        <p:spPr>
          <a:xfrm>
            <a:off x="4806543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Rectangle 324"/>
          <p:cNvSpPr/>
          <p:nvPr/>
        </p:nvSpPr>
        <p:spPr>
          <a:xfrm>
            <a:off x="4980279" y="5093208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Rectangle 325"/>
          <p:cNvSpPr/>
          <p:nvPr/>
        </p:nvSpPr>
        <p:spPr>
          <a:xfrm>
            <a:off x="5154015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Rectangle 326"/>
          <p:cNvSpPr/>
          <p:nvPr/>
        </p:nvSpPr>
        <p:spPr>
          <a:xfrm>
            <a:off x="5327751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Rectangle 327"/>
          <p:cNvSpPr/>
          <p:nvPr/>
        </p:nvSpPr>
        <p:spPr>
          <a:xfrm>
            <a:off x="5501487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Rectangle 328"/>
          <p:cNvSpPr/>
          <p:nvPr/>
        </p:nvSpPr>
        <p:spPr>
          <a:xfrm>
            <a:off x="5675223" y="5093208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Rectangle 329"/>
          <p:cNvSpPr/>
          <p:nvPr/>
        </p:nvSpPr>
        <p:spPr>
          <a:xfrm>
            <a:off x="4459071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Rectangle 330"/>
          <p:cNvSpPr/>
          <p:nvPr/>
        </p:nvSpPr>
        <p:spPr>
          <a:xfrm>
            <a:off x="4632807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Rectangle 331"/>
          <p:cNvSpPr/>
          <p:nvPr/>
        </p:nvSpPr>
        <p:spPr>
          <a:xfrm>
            <a:off x="4806543" y="5266944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Rectangle 332"/>
          <p:cNvSpPr/>
          <p:nvPr/>
        </p:nvSpPr>
        <p:spPr>
          <a:xfrm>
            <a:off x="4980279" y="5266944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Rectangle 333"/>
          <p:cNvSpPr/>
          <p:nvPr/>
        </p:nvSpPr>
        <p:spPr>
          <a:xfrm>
            <a:off x="5154015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Rectangle 334"/>
          <p:cNvSpPr/>
          <p:nvPr/>
        </p:nvSpPr>
        <p:spPr>
          <a:xfrm>
            <a:off x="5327751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Rectangle 335"/>
          <p:cNvSpPr/>
          <p:nvPr/>
        </p:nvSpPr>
        <p:spPr>
          <a:xfrm>
            <a:off x="5501487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Rectangle 336"/>
          <p:cNvSpPr/>
          <p:nvPr/>
        </p:nvSpPr>
        <p:spPr>
          <a:xfrm>
            <a:off x="5675223" y="5266944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Rectangle 337"/>
          <p:cNvSpPr/>
          <p:nvPr/>
        </p:nvSpPr>
        <p:spPr>
          <a:xfrm>
            <a:off x="4459071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Rectangle 338"/>
          <p:cNvSpPr/>
          <p:nvPr/>
        </p:nvSpPr>
        <p:spPr>
          <a:xfrm>
            <a:off x="4632807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4806543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Rectangle 340"/>
          <p:cNvSpPr/>
          <p:nvPr/>
        </p:nvSpPr>
        <p:spPr>
          <a:xfrm>
            <a:off x="4980279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Rectangle 341"/>
          <p:cNvSpPr/>
          <p:nvPr/>
        </p:nvSpPr>
        <p:spPr>
          <a:xfrm>
            <a:off x="5154015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3" name="Rectangle 342"/>
          <p:cNvSpPr/>
          <p:nvPr/>
        </p:nvSpPr>
        <p:spPr>
          <a:xfrm>
            <a:off x="5327751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4" name="Rectangle 343"/>
          <p:cNvSpPr/>
          <p:nvPr/>
        </p:nvSpPr>
        <p:spPr>
          <a:xfrm>
            <a:off x="5501487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Rectangle 344"/>
          <p:cNvSpPr/>
          <p:nvPr/>
        </p:nvSpPr>
        <p:spPr>
          <a:xfrm>
            <a:off x="5675223" y="544068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Rectangle 345"/>
          <p:cNvSpPr/>
          <p:nvPr/>
        </p:nvSpPr>
        <p:spPr>
          <a:xfrm>
            <a:off x="4459071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7" name="Rectangle 346"/>
          <p:cNvSpPr/>
          <p:nvPr/>
        </p:nvSpPr>
        <p:spPr>
          <a:xfrm>
            <a:off x="4632807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Rectangle 347"/>
          <p:cNvSpPr/>
          <p:nvPr/>
        </p:nvSpPr>
        <p:spPr>
          <a:xfrm>
            <a:off x="4806543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Rectangle 348"/>
          <p:cNvSpPr/>
          <p:nvPr/>
        </p:nvSpPr>
        <p:spPr>
          <a:xfrm>
            <a:off x="4980279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Rectangle 349"/>
          <p:cNvSpPr/>
          <p:nvPr/>
        </p:nvSpPr>
        <p:spPr>
          <a:xfrm>
            <a:off x="5154015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Rectangle 350"/>
          <p:cNvSpPr/>
          <p:nvPr/>
        </p:nvSpPr>
        <p:spPr>
          <a:xfrm>
            <a:off x="5327751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Rectangle 351"/>
          <p:cNvSpPr/>
          <p:nvPr/>
        </p:nvSpPr>
        <p:spPr>
          <a:xfrm>
            <a:off x="5501487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Rectangle 352"/>
          <p:cNvSpPr/>
          <p:nvPr/>
        </p:nvSpPr>
        <p:spPr>
          <a:xfrm>
            <a:off x="5675223" y="561441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Rectangle 353"/>
          <p:cNvSpPr/>
          <p:nvPr/>
        </p:nvSpPr>
        <p:spPr>
          <a:xfrm>
            <a:off x="4459071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Rectangle 354"/>
          <p:cNvSpPr/>
          <p:nvPr/>
        </p:nvSpPr>
        <p:spPr>
          <a:xfrm>
            <a:off x="4632807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Rectangle 355"/>
          <p:cNvSpPr/>
          <p:nvPr/>
        </p:nvSpPr>
        <p:spPr>
          <a:xfrm>
            <a:off x="4806543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Rectangle 356"/>
          <p:cNvSpPr/>
          <p:nvPr/>
        </p:nvSpPr>
        <p:spPr>
          <a:xfrm>
            <a:off x="4980279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Rectangle 357"/>
          <p:cNvSpPr/>
          <p:nvPr/>
        </p:nvSpPr>
        <p:spPr>
          <a:xfrm>
            <a:off x="5154015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9" name="Rectangle 358"/>
          <p:cNvSpPr/>
          <p:nvPr/>
        </p:nvSpPr>
        <p:spPr>
          <a:xfrm>
            <a:off x="5327751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Rectangle 359"/>
          <p:cNvSpPr/>
          <p:nvPr/>
        </p:nvSpPr>
        <p:spPr>
          <a:xfrm>
            <a:off x="5501487" y="5788152"/>
            <a:ext cx="173736" cy="173736"/>
          </a:xfrm>
          <a:prstGeom prst="rect">
            <a:avLst/>
          </a:prstGeom>
          <a:solidFill>
            <a:srgbClr val="ECE7E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Rectangle 360"/>
          <p:cNvSpPr/>
          <p:nvPr/>
        </p:nvSpPr>
        <p:spPr>
          <a:xfrm>
            <a:off x="5675223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Rectangle 361"/>
          <p:cNvSpPr/>
          <p:nvPr/>
        </p:nvSpPr>
        <p:spPr>
          <a:xfrm>
            <a:off x="5327751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Rectangle 362"/>
          <p:cNvSpPr/>
          <p:nvPr/>
        </p:nvSpPr>
        <p:spPr>
          <a:xfrm>
            <a:off x="4806543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TextBox 363"/>
          <p:cNvSpPr txBox="1"/>
          <p:nvPr/>
        </p:nvSpPr>
        <p:spPr>
          <a:xfrm>
            <a:off x="5995263" y="46451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(2,4)  +26도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(3,3)  +22도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(7,6)  +3도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8259775" y="426110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등줄기 과열</a:t>
            </a:r>
          </a:p>
        </p:txBody>
      </p:sp>
      <p:sp>
        <p:nvSpPr>
          <p:cNvPr id="366" name="Rectangle 365"/>
          <p:cNvSpPr/>
          <p:nvPr/>
        </p:nvSpPr>
        <p:spPr>
          <a:xfrm>
            <a:off x="8259775" y="4572000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7" name="Rectangle 366"/>
          <p:cNvSpPr/>
          <p:nvPr/>
        </p:nvSpPr>
        <p:spPr>
          <a:xfrm>
            <a:off x="8433511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8" name="Rectangle 367"/>
          <p:cNvSpPr/>
          <p:nvPr/>
        </p:nvSpPr>
        <p:spPr>
          <a:xfrm>
            <a:off x="8607247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Rectangle 368"/>
          <p:cNvSpPr/>
          <p:nvPr/>
        </p:nvSpPr>
        <p:spPr>
          <a:xfrm>
            <a:off x="8780983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Rectangle 369"/>
          <p:cNvSpPr/>
          <p:nvPr/>
        </p:nvSpPr>
        <p:spPr>
          <a:xfrm>
            <a:off x="8954719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1" name="Rectangle 370"/>
          <p:cNvSpPr/>
          <p:nvPr/>
        </p:nvSpPr>
        <p:spPr>
          <a:xfrm>
            <a:off x="9128455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2" name="Rectangle 371"/>
          <p:cNvSpPr/>
          <p:nvPr/>
        </p:nvSpPr>
        <p:spPr>
          <a:xfrm>
            <a:off x="9302191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Rectangle 372"/>
          <p:cNvSpPr/>
          <p:nvPr/>
        </p:nvSpPr>
        <p:spPr>
          <a:xfrm>
            <a:off x="9475927" y="457200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Rectangle 373"/>
          <p:cNvSpPr/>
          <p:nvPr/>
        </p:nvSpPr>
        <p:spPr>
          <a:xfrm>
            <a:off x="8259775" y="4745736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Rectangle 374"/>
          <p:cNvSpPr/>
          <p:nvPr/>
        </p:nvSpPr>
        <p:spPr>
          <a:xfrm>
            <a:off x="8433511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Rectangle 375"/>
          <p:cNvSpPr/>
          <p:nvPr/>
        </p:nvSpPr>
        <p:spPr>
          <a:xfrm>
            <a:off x="8607247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Rectangle 376"/>
          <p:cNvSpPr/>
          <p:nvPr/>
        </p:nvSpPr>
        <p:spPr>
          <a:xfrm>
            <a:off x="8780983" y="4745736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8" name="Rectangle 377"/>
          <p:cNvSpPr/>
          <p:nvPr/>
        </p:nvSpPr>
        <p:spPr>
          <a:xfrm>
            <a:off x="8954719" y="4745736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9" name="Rectangle 378"/>
          <p:cNvSpPr/>
          <p:nvPr/>
        </p:nvSpPr>
        <p:spPr>
          <a:xfrm>
            <a:off x="9128455" y="474573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0" name="Rectangle 379"/>
          <p:cNvSpPr/>
          <p:nvPr/>
        </p:nvSpPr>
        <p:spPr>
          <a:xfrm>
            <a:off x="9302191" y="4745736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Rectangle 380"/>
          <p:cNvSpPr/>
          <p:nvPr/>
        </p:nvSpPr>
        <p:spPr>
          <a:xfrm>
            <a:off x="9475927" y="4745736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Rectangle 381"/>
          <p:cNvSpPr/>
          <p:nvPr/>
        </p:nvSpPr>
        <p:spPr>
          <a:xfrm>
            <a:off x="8259775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3" name="Rectangle 382"/>
          <p:cNvSpPr/>
          <p:nvPr/>
        </p:nvSpPr>
        <p:spPr>
          <a:xfrm>
            <a:off x="8433511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Rectangle 383"/>
          <p:cNvSpPr/>
          <p:nvPr/>
        </p:nvSpPr>
        <p:spPr>
          <a:xfrm>
            <a:off x="8607247" y="4919472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Rectangle 384"/>
          <p:cNvSpPr/>
          <p:nvPr/>
        </p:nvSpPr>
        <p:spPr>
          <a:xfrm>
            <a:off x="8780983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6" name="Rectangle 385"/>
          <p:cNvSpPr/>
          <p:nvPr/>
        </p:nvSpPr>
        <p:spPr>
          <a:xfrm>
            <a:off x="8954719" y="4919472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7" name="Rectangle 386"/>
          <p:cNvSpPr/>
          <p:nvPr/>
        </p:nvSpPr>
        <p:spPr>
          <a:xfrm>
            <a:off x="9128455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8" name="Rectangle 387"/>
          <p:cNvSpPr/>
          <p:nvPr/>
        </p:nvSpPr>
        <p:spPr>
          <a:xfrm>
            <a:off x="9302191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9" name="Rectangle 388"/>
          <p:cNvSpPr/>
          <p:nvPr/>
        </p:nvSpPr>
        <p:spPr>
          <a:xfrm>
            <a:off x="9475927" y="491947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0" name="Rectangle 389"/>
          <p:cNvSpPr/>
          <p:nvPr/>
        </p:nvSpPr>
        <p:spPr>
          <a:xfrm>
            <a:off x="8259775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1" name="Rectangle 390"/>
          <p:cNvSpPr/>
          <p:nvPr/>
        </p:nvSpPr>
        <p:spPr>
          <a:xfrm>
            <a:off x="8433511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2" name="Rectangle 391"/>
          <p:cNvSpPr/>
          <p:nvPr/>
        </p:nvSpPr>
        <p:spPr>
          <a:xfrm>
            <a:off x="8607247" y="5093208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3" name="Rectangle 392"/>
          <p:cNvSpPr/>
          <p:nvPr/>
        </p:nvSpPr>
        <p:spPr>
          <a:xfrm>
            <a:off x="8780983" y="5093208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Rectangle 393"/>
          <p:cNvSpPr/>
          <p:nvPr/>
        </p:nvSpPr>
        <p:spPr>
          <a:xfrm>
            <a:off x="8954719" y="5093208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5" name="Rectangle 394"/>
          <p:cNvSpPr/>
          <p:nvPr/>
        </p:nvSpPr>
        <p:spPr>
          <a:xfrm>
            <a:off x="9128455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Rectangle 395"/>
          <p:cNvSpPr/>
          <p:nvPr/>
        </p:nvSpPr>
        <p:spPr>
          <a:xfrm>
            <a:off x="9302191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7" name="Rectangle 396"/>
          <p:cNvSpPr/>
          <p:nvPr/>
        </p:nvSpPr>
        <p:spPr>
          <a:xfrm>
            <a:off x="9475927" y="5093208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8" name="Rectangle 397"/>
          <p:cNvSpPr/>
          <p:nvPr/>
        </p:nvSpPr>
        <p:spPr>
          <a:xfrm>
            <a:off x="8259775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Rectangle 398"/>
          <p:cNvSpPr/>
          <p:nvPr/>
        </p:nvSpPr>
        <p:spPr>
          <a:xfrm>
            <a:off x="8433511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ectangle 399"/>
          <p:cNvSpPr/>
          <p:nvPr/>
        </p:nvSpPr>
        <p:spPr>
          <a:xfrm>
            <a:off x="8607247" y="5266944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ectangle 400"/>
          <p:cNvSpPr/>
          <p:nvPr/>
        </p:nvSpPr>
        <p:spPr>
          <a:xfrm>
            <a:off x="8780983" y="5266944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ectangle 401"/>
          <p:cNvSpPr/>
          <p:nvPr/>
        </p:nvSpPr>
        <p:spPr>
          <a:xfrm>
            <a:off x="8954719" y="5266944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ectangle 402"/>
          <p:cNvSpPr/>
          <p:nvPr/>
        </p:nvSpPr>
        <p:spPr>
          <a:xfrm>
            <a:off x="9128455" y="5266944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ectangle 403"/>
          <p:cNvSpPr/>
          <p:nvPr/>
        </p:nvSpPr>
        <p:spPr>
          <a:xfrm>
            <a:off x="9302191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ectangle 404"/>
          <p:cNvSpPr/>
          <p:nvPr/>
        </p:nvSpPr>
        <p:spPr>
          <a:xfrm>
            <a:off x="9475927" y="5266944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Rectangle 405"/>
          <p:cNvSpPr/>
          <p:nvPr/>
        </p:nvSpPr>
        <p:spPr>
          <a:xfrm>
            <a:off x="8259775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7" name="Rectangle 406"/>
          <p:cNvSpPr/>
          <p:nvPr/>
        </p:nvSpPr>
        <p:spPr>
          <a:xfrm>
            <a:off x="8433511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Rectangle 407"/>
          <p:cNvSpPr/>
          <p:nvPr/>
        </p:nvSpPr>
        <p:spPr>
          <a:xfrm>
            <a:off x="8607247" y="5440680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Rectangle 408"/>
          <p:cNvSpPr/>
          <p:nvPr/>
        </p:nvSpPr>
        <p:spPr>
          <a:xfrm>
            <a:off x="8780983" y="5440680"/>
            <a:ext cx="173736" cy="173736"/>
          </a:xfrm>
          <a:prstGeom prst="rect">
            <a:avLst/>
          </a:prstGeom>
          <a:solidFill>
            <a:srgbClr val="8F23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Rectangle 409"/>
          <p:cNvSpPr/>
          <p:nvPr/>
        </p:nvSpPr>
        <p:spPr>
          <a:xfrm>
            <a:off x="8954719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1" name="Rectangle 410"/>
          <p:cNvSpPr/>
          <p:nvPr/>
        </p:nvSpPr>
        <p:spPr>
          <a:xfrm>
            <a:off x="9128455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Rectangle 411"/>
          <p:cNvSpPr/>
          <p:nvPr/>
        </p:nvSpPr>
        <p:spPr>
          <a:xfrm>
            <a:off x="9302191" y="5440680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Rectangle 412"/>
          <p:cNvSpPr/>
          <p:nvPr/>
        </p:nvSpPr>
        <p:spPr>
          <a:xfrm>
            <a:off x="9475927" y="5440680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Rectangle 413"/>
          <p:cNvSpPr/>
          <p:nvPr/>
        </p:nvSpPr>
        <p:spPr>
          <a:xfrm>
            <a:off x="8259775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5" name="Rectangle 414"/>
          <p:cNvSpPr/>
          <p:nvPr/>
        </p:nvSpPr>
        <p:spPr>
          <a:xfrm>
            <a:off x="8433511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Rectangle 415"/>
          <p:cNvSpPr/>
          <p:nvPr/>
        </p:nvSpPr>
        <p:spPr>
          <a:xfrm>
            <a:off x="8607247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Rectangle 416"/>
          <p:cNvSpPr/>
          <p:nvPr/>
        </p:nvSpPr>
        <p:spPr>
          <a:xfrm>
            <a:off x="8780983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8" name="Rectangle 417"/>
          <p:cNvSpPr/>
          <p:nvPr/>
        </p:nvSpPr>
        <p:spPr>
          <a:xfrm>
            <a:off x="8954719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9" name="Rectangle 418"/>
          <p:cNvSpPr/>
          <p:nvPr/>
        </p:nvSpPr>
        <p:spPr>
          <a:xfrm>
            <a:off x="9128455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Rectangle 419"/>
          <p:cNvSpPr/>
          <p:nvPr/>
        </p:nvSpPr>
        <p:spPr>
          <a:xfrm>
            <a:off x="9302191" y="5614416"/>
            <a:ext cx="173736" cy="173736"/>
          </a:xfrm>
          <a:prstGeom prst="rect">
            <a:avLst/>
          </a:prstGeom>
          <a:solidFill>
            <a:srgbClr val="D0523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Rectangle 420"/>
          <p:cNvSpPr/>
          <p:nvPr/>
        </p:nvSpPr>
        <p:spPr>
          <a:xfrm>
            <a:off x="9475927" y="5614416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2" name="Rectangle 421"/>
          <p:cNvSpPr/>
          <p:nvPr/>
        </p:nvSpPr>
        <p:spPr>
          <a:xfrm>
            <a:off x="8259775" y="578815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3" name="Rectangle 422"/>
          <p:cNvSpPr/>
          <p:nvPr/>
        </p:nvSpPr>
        <p:spPr>
          <a:xfrm>
            <a:off x="8433511" y="578815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4" name="Rectangle 423"/>
          <p:cNvSpPr/>
          <p:nvPr/>
        </p:nvSpPr>
        <p:spPr>
          <a:xfrm>
            <a:off x="8607247" y="578815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5" name="Rectangle 424"/>
          <p:cNvSpPr/>
          <p:nvPr/>
        </p:nvSpPr>
        <p:spPr>
          <a:xfrm>
            <a:off x="8780983" y="5788152"/>
            <a:ext cx="173736" cy="173736"/>
          </a:xfrm>
          <a:prstGeom prst="rect">
            <a:avLst/>
          </a:prstGeom>
          <a:solidFill>
            <a:srgbClr val="E58F7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6" name="Rectangle 425"/>
          <p:cNvSpPr/>
          <p:nvPr/>
        </p:nvSpPr>
        <p:spPr>
          <a:xfrm>
            <a:off x="8954719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7" name="Rectangle 426"/>
          <p:cNvSpPr/>
          <p:nvPr/>
        </p:nvSpPr>
        <p:spPr>
          <a:xfrm>
            <a:off x="9128455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8" name="Rectangle 427"/>
          <p:cNvSpPr/>
          <p:nvPr/>
        </p:nvSpPr>
        <p:spPr>
          <a:xfrm>
            <a:off x="9302191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9" name="Rectangle 428"/>
          <p:cNvSpPr/>
          <p:nvPr/>
        </p:nvSpPr>
        <p:spPr>
          <a:xfrm>
            <a:off x="9475927" y="5788152"/>
            <a:ext cx="173736" cy="173736"/>
          </a:xfrm>
          <a:prstGeom prst="rect">
            <a:avLst/>
          </a:prstGeom>
          <a:solidFill>
            <a:srgbClr val="F6CFC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0" name="Rectangle 429"/>
          <p:cNvSpPr/>
          <p:nvPr/>
        </p:nvSpPr>
        <p:spPr>
          <a:xfrm>
            <a:off x="9128455" y="4919472"/>
            <a:ext cx="521208" cy="34747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1" name="Rectangle 430"/>
          <p:cNvSpPr/>
          <p:nvPr/>
        </p:nvSpPr>
        <p:spPr>
          <a:xfrm>
            <a:off x="8607247" y="4919472"/>
            <a:ext cx="347472" cy="52120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2" name="TextBox 431"/>
          <p:cNvSpPr txBox="1"/>
          <p:nvPr/>
        </p:nvSpPr>
        <p:spPr>
          <a:xfrm>
            <a:off x="9795967" y="4645152"/>
            <a:ext cx="1737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뜨거운 칸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(4,2)  +86도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D0523A"/>
                </a:solidFill>
                <a:latin typeface="Consolas"/>
                <a:ea typeface="Consolas"/>
                <a:cs typeface="Consolas"/>
              </a:rPr>
              <a:t>(3,3)  +85도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찬 칸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A78D6"/>
                </a:solidFill>
                <a:latin typeface="Consolas"/>
                <a:ea typeface="Consolas"/>
                <a:cs typeface="Consolas"/>
              </a:rPr>
              <a:t>(7,7)  +4도</a:t>
            </a:r>
          </a:p>
        </p:txBody>
      </p:sp>
      <p:sp>
        <p:nvSpPr>
          <p:cNvPr id="433" name="TextBox 43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04  NUMBERS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수치로 견주기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여섯 중 다섯이 오른쪽 발열부 68~84도입니다. 변하는 것은 가운데 등줄기입니다.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121408"/>
            <a:ext cx="2468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패턴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27248" y="212140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표본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3087" y="2121408"/>
            <a:ext cx="914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비중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47488" y="2121408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전체 평균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6207" y="2121408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최고 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12140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 발열부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05088" y="2121408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가운데 등줄기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30968" y="2121408"/>
            <a:ext cx="1463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기간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359151"/>
            <a:ext cx="11094415" cy="3840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58368" y="2414015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전부 정지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27248" y="2414015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33087" y="2414015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8.1%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47488" y="2414015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7" y="2414015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30.5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3488" y="2414015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20.4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05088" y="2414015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21.1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30968" y="2414015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01-04 ~ 05-21  (5일)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852927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평소 가동 · 서늘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7248" y="2852927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1,616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33087" y="2852927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25.4%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2852927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36.5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7" y="2852927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72.4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3488" y="285292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68.7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05088" y="2852927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44.1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8" y="2852927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05-23 ~ 07-03  (27일)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236975"/>
            <a:ext cx="11094415" cy="3840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58368" y="329183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평소 가동 · 보통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27248" y="3291839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2,259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33087" y="3291839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35.5%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3291839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41.6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36207" y="3291839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73.5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3488" y="329183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69.1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3291839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55.0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30968" y="3291839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05-22 ~ 07-04  (28일)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73075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오른쪽 확장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27248" y="3730752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33087" y="37307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9.9%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47488" y="3730752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45.2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36207" y="37307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80.2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37307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76.6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3075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43.9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30968" y="37307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05-30 ~ 06-29  (10일)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4114800"/>
            <a:ext cx="11094415" cy="384048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658368" y="4169664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등줄기 가동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27248" y="4169664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1,063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33087" y="4169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16.7%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47488" y="41696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49.0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36207" y="416966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83.1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33488" y="4169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74.0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05088" y="4169664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76.0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030968" y="41696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05-22 ~ 07-04  (16일)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608576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등줄기 과열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27248" y="460857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287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133087" y="46085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4.5%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47488" y="460857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63.0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36207" y="460857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142.3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333488" y="46085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83.7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705088" y="4608576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123.9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30968" y="460857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05-22 ~ 06-30  (5일)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4992624"/>
            <a:ext cx="11094415" cy="384048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658368" y="50474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오늘 09-25 09시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127248" y="5047488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133087" y="5047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-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047488" y="504748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36.3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236207" y="504748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59.6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333488" y="50474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36.0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705088" y="5047488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58.0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30968" y="50474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09-25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05  WHEN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언제 나타나는가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0시부터 23시까지 그 패턴이 관측된 표본 수입니다. 같은 설비라도 도는 시간대가 다릅니다.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84831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322576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현장 전체가 멈춘 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862069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65771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269472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473174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676876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1880577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2084279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2287981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2491682" y="2646194"/>
            <a:ext cx="167035" cy="51762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2695384" y="2818737"/>
            <a:ext cx="167035" cy="34508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2899086" y="2794088"/>
            <a:ext cx="167035" cy="36973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3102787" y="2695492"/>
            <a:ext cx="167035" cy="46833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306489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510191" y="2646194"/>
            <a:ext cx="167035" cy="51762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3713892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3917594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4121296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4324997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4528699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732401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4936102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5139804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5343505" y="2621545"/>
            <a:ext cx="167035" cy="54227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75488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19907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60625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4487" y="2084831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44487" y="2322576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오른쪽만 돌고 가운데는 미지근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44487" y="2622092"/>
            <a:ext cx="167035" cy="54173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848189" y="2811068"/>
            <a:ext cx="167035" cy="35275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7051890" y="2678785"/>
            <a:ext cx="167035" cy="48503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255592" y="2716580"/>
            <a:ext cx="167035" cy="44724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459294" y="2640990"/>
            <a:ext cx="167035" cy="52283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7662995" y="2596896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866697" y="2653588"/>
            <a:ext cx="167035" cy="51023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8070399" y="2622092"/>
            <a:ext cx="167035" cy="54173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8274100" y="2647289"/>
            <a:ext cx="167035" cy="5165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8477802" y="2685084"/>
            <a:ext cx="167035" cy="47873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681504" y="2647289"/>
            <a:ext cx="167035" cy="5165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885205" y="2760675"/>
            <a:ext cx="167035" cy="40314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9088907" y="2729179"/>
            <a:ext cx="167035" cy="4346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9292609" y="2748076"/>
            <a:ext cx="167035" cy="41574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496310" y="2792171"/>
            <a:ext cx="167035" cy="37165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9700012" y="2773273"/>
            <a:ext cx="167035" cy="39055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9903714" y="2861462"/>
            <a:ext cx="167035" cy="30236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0107415" y="2842564"/>
            <a:ext cx="167035" cy="32125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0311117" y="2829966"/>
            <a:ext cx="167035" cy="33385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0514818" y="2848864"/>
            <a:ext cx="167035" cy="314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0718520" y="2867761"/>
            <a:ext cx="167035" cy="29606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0922222" y="2773273"/>
            <a:ext cx="167035" cy="39055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1125923" y="2779572"/>
            <a:ext cx="167035" cy="38425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11329625" y="2823667"/>
            <a:ext cx="167035" cy="3401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TextBox 59"/>
          <p:cNvSpPr txBox="1"/>
          <p:nvPr/>
        </p:nvSpPr>
        <p:spPr>
          <a:xfrm>
            <a:off x="6461607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027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46745" y="3182111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3474720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보통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3712463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가장 흔한 상태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58368" y="4157932"/>
            <a:ext cx="167035" cy="39577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862069" y="3992132"/>
            <a:ext cx="167035" cy="56157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065771" y="4088403"/>
            <a:ext cx="167035" cy="46530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269472" y="4008177"/>
            <a:ext cx="167035" cy="5455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473174" y="4093751"/>
            <a:ext cx="167035" cy="459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676876" y="4120493"/>
            <a:ext cx="167035" cy="43321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1880577" y="4029571"/>
            <a:ext cx="167035" cy="5241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2084279" y="4072358"/>
            <a:ext cx="167035" cy="48135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2287981" y="4034919"/>
            <a:ext cx="167035" cy="51879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2491682" y="4040267"/>
            <a:ext cx="167035" cy="5134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2695384" y="4050964"/>
            <a:ext cx="167035" cy="50274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2899086" y="3986783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102787" y="4002829"/>
            <a:ext cx="167035" cy="55088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306489" y="4008177"/>
            <a:ext cx="167035" cy="5455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3510191" y="4050964"/>
            <a:ext cx="167035" cy="50274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3713892" y="4018874"/>
            <a:ext cx="167035" cy="53483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3917594" y="4002829"/>
            <a:ext cx="167035" cy="55088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4121296" y="4072358"/>
            <a:ext cx="167035" cy="48135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4324997" y="4099099"/>
            <a:ext cx="167035" cy="4546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4528699" y="4061661"/>
            <a:ext cx="167035" cy="49205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4732401" y="4018874"/>
            <a:ext cx="167035" cy="53483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4936102" y="4104448"/>
            <a:ext cx="167035" cy="44926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5139804" y="4061661"/>
            <a:ext cx="167035" cy="49205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5343505" y="4029571"/>
            <a:ext cx="167035" cy="5241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475488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919907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160625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644487" y="3474720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오른쪽 확장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644487" y="3712463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오른쪽이 아래위로 번지고 등줄기는 식음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644487" y="4236899"/>
            <a:ext cx="167035" cy="3168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6848189" y="4120178"/>
            <a:ext cx="167035" cy="43353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7051890" y="4103504"/>
            <a:ext cx="167035" cy="45020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7255592" y="4086830"/>
            <a:ext cx="167035" cy="46688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7459294" y="4103504"/>
            <a:ext cx="167035" cy="45020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7662995" y="4103504"/>
            <a:ext cx="167035" cy="45020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7866697" y="4186876"/>
            <a:ext cx="167035" cy="366835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8070399" y="4203550"/>
            <a:ext cx="167035" cy="35016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8274100" y="4170201"/>
            <a:ext cx="167035" cy="38351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8477802" y="4020132"/>
            <a:ext cx="167035" cy="53357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8681504" y="4020132"/>
            <a:ext cx="167035" cy="53357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8885205" y="4003458"/>
            <a:ext cx="167035" cy="55025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9088907" y="4020132"/>
            <a:ext cx="167035" cy="53357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9292609" y="4003458"/>
            <a:ext cx="167035" cy="55025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9496310" y="3986783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9700012" y="4103504"/>
            <a:ext cx="167035" cy="45020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9903714" y="4120178"/>
            <a:ext cx="167035" cy="43353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10107415" y="4070155"/>
            <a:ext cx="167035" cy="4835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10311117" y="4136853"/>
            <a:ext cx="167035" cy="41685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10514818" y="4220224"/>
            <a:ext cx="167035" cy="33348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10718520" y="4153527"/>
            <a:ext cx="167035" cy="40018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10922222" y="4153527"/>
            <a:ext cx="167035" cy="40018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11125923" y="4270248"/>
            <a:ext cx="167035" cy="2834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11329625" y="4236899"/>
            <a:ext cx="167035" cy="31681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TextBox 117"/>
          <p:cNvSpPr txBox="1"/>
          <p:nvPr/>
        </p:nvSpPr>
        <p:spPr>
          <a:xfrm>
            <a:off x="6461607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06027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1146745" y="457200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58368" y="4864608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등줄기 가동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58368" y="5102352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가운데와 오른쪽이 함께 · 저녁에 몰림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658368" y="5475659"/>
            <a:ext cx="167035" cy="46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862069" y="5520653"/>
            <a:ext cx="167035" cy="42294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1065771" y="5547650"/>
            <a:ext cx="167035" cy="39594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1269472" y="5619641"/>
            <a:ext cx="167035" cy="32395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1473174" y="5601643"/>
            <a:ext cx="167035" cy="34195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1676876" y="5646637"/>
            <a:ext cx="167035" cy="29696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1880577" y="5664635"/>
            <a:ext cx="167035" cy="27896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2084279" y="5727627"/>
            <a:ext cx="167035" cy="21597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2287981" y="5709629"/>
            <a:ext cx="167035" cy="23397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2491682" y="5682633"/>
            <a:ext cx="167035" cy="26096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2695384" y="5682633"/>
            <a:ext cx="167035" cy="26096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2899086" y="5655636"/>
            <a:ext cx="167035" cy="28796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3102787" y="5628640"/>
            <a:ext cx="167035" cy="314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3306489" y="5628640"/>
            <a:ext cx="167035" cy="31496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3510191" y="5475659"/>
            <a:ext cx="167035" cy="4679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3713892" y="5439664"/>
            <a:ext cx="167035" cy="50393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3917594" y="5376672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4121296" y="5448662"/>
            <a:ext cx="167035" cy="49493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4324997" y="5385670"/>
            <a:ext cx="167035" cy="557929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4528699" y="5457661"/>
            <a:ext cx="167035" cy="48593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4732401" y="5430665"/>
            <a:ext cx="167035" cy="51293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4936102" y="5412667"/>
            <a:ext cx="167035" cy="5309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5139804" y="5412667"/>
            <a:ext cx="167035" cy="5309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5343505" y="5448662"/>
            <a:ext cx="167035" cy="494937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TextBox 146"/>
          <p:cNvSpPr txBox="1"/>
          <p:nvPr/>
        </p:nvSpPr>
        <p:spPr>
          <a:xfrm>
            <a:off x="475488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2919907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5160625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6644487" y="4864608"/>
            <a:ext cx="488883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등줄기 과열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644487" y="5102352"/>
            <a:ext cx="488883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최고 142도 · 경보에 가장 가까운 상태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6644487" y="5496025"/>
            <a:ext cx="167035" cy="44757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6848189" y="5466186"/>
            <a:ext cx="167035" cy="47741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7051890" y="5436348"/>
            <a:ext cx="167035" cy="50725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7255592" y="5376672"/>
            <a:ext cx="167035" cy="56692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7459294" y="5436348"/>
            <a:ext cx="167035" cy="50725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7662995" y="5466186"/>
            <a:ext cx="167035" cy="47741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Rectangle 157"/>
          <p:cNvSpPr/>
          <p:nvPr/>
        </p:nvSpPr>
        <p:spPr>
          <a:xfrm>
            <a:off x="7866697" y="5436348"/>
            <a:ext cx="167035" cy="507251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Rectangle 158"/>
          <p:cNvSpPr/>
          <p:nvPr/>
        </p:nvSpPr>
        <p:spPr>
          <a:xfrm>
            <a:off x="8070399" y="5466186"/>
            <a:ext cx="167035" cy="47741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0" name="Rectangle 159"/>
          <p:cNvSpPr/>
          <p:nvPr/>
        </p:nvSpPr>
        <p:spPr>
          <a:xfrm>
            <a:off x="8274100" y="5555701"/>
            <a:ext cx="167035" cy="38789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Rectangle 160"/>
          <p:cNvSpPr/>
          <p:nvPr/>
        </p:nvSpPr>
        <p:spPr>
          <a:xfrm>
            <a:off x="8477802" y="5645216"/>
            <a:ext cx="167035" cy="298383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ectangle 161"/>
          <p:cNvSpPr/>
          <p:nvPr/>
        </p:nvSpPr>
        <p:spPr>
          <a:xfrm>
            <a:off x="8681504" y="5704893"/>
            <a:ext cx="167035" cy="23870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8885205" y="5704893"/>
            <a:ext cx="167035" cy="23870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9088907" y="5675055"/>
            <a:ext cx="167035" cy="2685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9292609" y="5704893"/>
            <a:ext cx="167035" cy="23870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9496310" y="5704893"/>
            <a:ext cx="167035" cy="23870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9700012" y="5675055"/>
            <a:ext cx="167035" cy="2685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9903714" y="5675055"/>
            <a:ext cx="167035" cy="2685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10107415" y="5496025"/>
            <a:ext cx="167035" cy="44757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10311117" y="5555701"/>
            <a:ext cx="167035" cy="38789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10514818" y="5555701"/>
            <a:ext cx="167035" cy="38789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10718520" y="5734731"/>
            <a:ext cx="167035" cy="2088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10922222" y="5734731"/>
            <a:ext cx="167035" cy="208868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11125923" y="5704893"/>
            <a:ext cx="167035" cy="238706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11329625" y="5675055"/>
            <a:ext cx="167035" cy="268544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6461607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0시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8906027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12시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1146745" y="5961888"/>
            <a:ext cx="457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23시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06  TEN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열 갈래로 늘리면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36192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갈래를 늘려 물을 것은 하나입니다. 새 무늬가 나오는가, 아니면 온도 구간만 쪼개지는가.</a:t>
            </a:r>
          </a:p>
        </p:txBody>
      </p:sp>
      <p:sp>
        <p:nvSpPr>
          <p:cNvPr id="5" name="Rectangle 4"/>
          <p:cNvSpPr/>
          <p:nvPr/>
        </p:nvSpPr>
        <p:spPr>
          <a:xfrm>
            <a:off x="8607247" y="1700784"/>
            <a:ext cx="365760" cy="146304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973007" y="1700784"/>
            <a:ext cx="365760" cy="146304"/>
          </a:xfrm>
          <a:prstGeom prst="rect">
            <a:avLst/>
          </a:prstGeom>
          <a:solidFill>
            <a:srgbClr val="FBDC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9338767" y="1700784"/>
            <a:ext cx="365760" cy="146304"/>
          </a:xfrm>
          <a:prstGeom prst="rect">
            <a:avLst/>
          </a:prstGeom>
          <a:solidFill>
            <a:srgbClr val="F8C1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9704527" y="1700784"/>
            <a:ext cx="365760" cy="146304"/>
          </a:xfrm>
          <a:prstGeom prst="rect">
            <a:avLst/>
          </a:prstGeom>
          <a:solidFill>
            <a:srgbClr val="F3A0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0070287" y="1700784"/>
            <a:ext cx="365760" cy="146304"/>
          </a:xfrm>
          <a:prstGeom prst="rect">
            <a:avLst/>
          </a:prstGeom>
          <a:solidFill>
            <a:srgbClr val="EA7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0436047" y="1700784"/>
            <a:ext cx="365760" cy="146304"/>
          </a:xfrm>
          <a:prstGeom prst="rect">
            <a:avLst/>
          </a:prstGeom>
          <a:solidFill>
            <a:srgbClr val="D15A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0801807" y="1700784"/>
            <a:ext cx="365760" cy="146304"/>
          </a:xfrm>
          <a:prstGeom prst="rect">
            <a:avLst/>
          </a:prstGeom>
          <a:solidFill>
            <a:srgbClr val="A53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1167567" y="1700784"/>
            <a:ext cx="365760" cy="146304"/>
          </a:xfrm>
          <a:prstGeom prst="rect">
            <a:avLst/>
          </a:prstGeom>
          <a:solidFill>
            <a:srgbClr val="6D2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986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44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3020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40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9596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6172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62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2748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75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93247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07247" y="14813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섭씨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1938528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2148840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8.1% · 513개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800100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941832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083564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225295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1367028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508760" y="239572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1650492" y="239572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658368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800100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941832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083564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225295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367028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1508760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1650492" y="253746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658368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800100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941832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083564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1225295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1367028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1508760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1650492" y="267919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658368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800100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941832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083564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1225295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1367028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508760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650492" y="2820924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658368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800100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941832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083564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1225295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1367028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508760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1650492" y="2962656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658368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800100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941832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083564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225295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1367028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508760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650492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658368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800100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941832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1083564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1225295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1367028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508760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1650492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658368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800100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941832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1083564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1225295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1367028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508760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1650492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1367028" y="2679192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941832" y="2679192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TextBox 88"/>
          <p:cNvSpPr txBox="1"/>
          <p:nvPr/>
        </p:nvSpPr>
        <p:spPr>
          <a:xfrm>
            <a:off x="658368" y="3602736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20 · 등줄기 21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전부 정지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53613" y="1938528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 A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853613" y="2148840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16.8% · 1,071개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53613" y="239572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2995345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3137077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3278809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3420541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3562273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3704005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3845737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2853613" y="253746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2995345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3137077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3278809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3420541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3562273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3704005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3845737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2853613" y="267919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2995345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3137077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3278809" y="26791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3420541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3562273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3704005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3845737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2853613" y="282092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2995345" y="28209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3137077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3278809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3420541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3562273" y="28209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3704005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3845737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2853613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2995345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3137077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3278809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3420541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3562273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3704005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3845737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2853613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2995345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3137077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3278809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3420541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3562273" y="3104388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3704005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Rectangle 138"/>
          <p:cNvSpPr/>
          <p:nvPr/>
        </p:nvSpPr>
        <p:spPr>
          <a:xfrm>
            <a:off x="3845737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0" name="Rectangle 139"/>
          <p:cNvSpPr/>
          <p:nvPr/>
        </p:nvSpPr>
        <p:spPr>
          <a:xfrm>
            <a:off x="2853613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1" name="Rectangle 140"/>
          <p:cNvSpPr/>
          <p:nvPr/>
        </p:nvSpPr>
        <p:spPr>
          <a:xfrm>
            <a:off x="2995345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Rectangle 141"/>
          <p:cNvSpPr/>
          <p:nvPr/>
        </p:nvSpPr>
        <p:spPr>
          <a:xfrm>
            <a:off x="3137077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Rectangle 142"/>
          <p:cNvSpPr/>
          <p:nvPr/>
        </p:nvSpPr>
        <p:spPr>
          <a:xfrm>
            <a:off x="3278809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Rectangle 143"/>
          <p:cNvSpPr/>
          <p:nvPr/>
        </p:nvSpPr>
        <p:spPr>
          <a:xfrm>
            <a:off x="3420541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Rectangle 144"/>
          <p:cNvSpPr/>
          <p:nvPr/>
        </p:nvSpPr>
        <p:spPr>
          <a:xfrm>
            <a:off x="3562273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6" name="Rectangle 145"/>
          <p:cNvSpPr/>
          <p:nvPr/>
        </p:nvSpPr>
        <p:spPr>
          <a:xfrm>
            <a:off x="3704005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Rectangle 146"/>
          <p:cNvSpPr/>
          <p:nvPr/>
        </p:nvSpPr>
        <p:spPr>
          <a:xfrm>
            <a:off x="3845737" y="3246120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8" name="Rectangle 147"/>
          <p:cNvSpPr/>
          <p:nvPr/>
        </p:nvSpPr>
        <p:spPr>
          <a:xfrm>
            <a:off x="2853613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9" name="Rectangle 148"/>
          <p:cNvSpPr/>
          <p:nvPr/>
        </p:nvSpPr>
        <p:spPr>
          <a:xfrm>
            <a:off x="2995345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0" name="Rectangle 149"/>
          <p:cNvSpPr/>
          <p:nvPr/>
        </p:nvSpPr>
        <p:spPr>
          <a:xfrm>
            <a:off x="3137077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Rectangle 150"/>
          <p:cNvSpPr/>
          <p:nvPr/>
        </p:nvSpPr>
        <p:spPr>
          <a:xfrm>
            <a:off x="3278809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Rectangle 151"/>
          <p:cNvSpPr/>
          <p:nvPr/>
        </p:nvSpPr>
        <p:spPr>
          <a:xfrm>
            <a:off x="3420541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3" name="Rectangle 152"/>
          <p:cNvSpPr/>
          <p:nvPr/>
        </p:nvSpPr>
        <p:spPr>
          <a:xfrm>
            <a:off x="3562273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4" name="Rectangle 153"/>
          <p:cNvSpPr/>
          <p:nvPr/>
        </p:nvSpPr>
        <p:spPr>
          <a:xfrm>
            <a:off x="3704005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5" name="Rectangle 154"/>
          <p:cNvSpPr/>
          <p:nvPr/>
        </p:nvSpPr>
        <p:spPr>
          <a:xfrm>
            <a:off x="3845737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6" name="Rectangle 155"/>
          <p:cNvSpPr/>
          <p:nvPr/>
        </p:nvSpPr>
        <p:spPr>
          <a:xfrm>
            <a:off x="3562273" y="2679192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Rectangle 156"/>
          <p:cNvSpPr/>
          <p:nvPr/>
        </p:nvSpPr>
        <p:spPr>
          <a:xfrm>
            <a:off x="3137077" y="2679192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TextBox 157"/>
          <p:cNvSpPr txBox="1"/>
          <p:nvPr/>
        </p:nvSpPr>
        <p:spPr>
          <a:xfrm>
            <a:off x="2853613" y="3602736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68 · 등줄기 43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평소 가동 · 서늘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5048859" y="1938528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낮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5048859" y="2148840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13.6% · 867개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5048859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Rectangle 161"/>
          <p:cNvSpPr/>
          <p:nvPr/>
        </p:nvSpPr>
        <p:spPr>
          <a:xfrm>
            <a:off x="5190591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3" name="Rectangle 162"/>
          <p:cNvSpPr/>
          <p:nvPr/>
        </p:nvSpPr>
        <p:spPr>
          <a:xfrm>
            <a:off x="5332323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4" name="Rectangle 163"/>
          <p:cNvSpPr/>
          <p:nvPr/>
        </p:nvSpPr>
        <p:spPr>
          <a:xfrm>
            <a:off x="5474055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5" name="Rectangle 164"/>
          <p:cNvSpPr/>
          <p:nvPr/>
        </p:nvSpPr>
        <p:spPr>
          <a:xfrm>
            <a:off x="5615787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Rectangle 165"/>
          <p:cNvSpPr/>
          <p:nvPr/>
        </p:nvSpPr>
        <p:spPr>
          <a:xfrm>
            <a:off x="5757519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Rectangle 166"/>
          <p:cNvSpPr/>
          <p:nvPr/>
        </p:nvSpPr>
        <p:spPr>
          <a:xfrm>
            <a:off x="5899251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8" name="Rectangle 167"/>
          <p:cNvSpPr/>
          <p:nvPr/>
        </p:nvSpPr>
        <p:spPr>
          <a:xfrm>
            <a:off x="6040983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9" name="Rectangle 168"/>
          <p:cNvSpPr/>
          <p:nvPr/>
        </p:nvSpPr>
        <p:spPr>
          <a:xfrm>
            <a:off x="5048859" y="253746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0" name="Rectangle 169"/>
          <p:cNvSpPr/>
          <p:nvPr/>
        </p:nvSpPr>
        <p:spPr>
          <a:xfrm>
            <a:off x="5190591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1" name="Rectangle 170"/>
          <p:cNvSpPr/>
          <p:nvPr/>
        </p:nvSpPr>
        <p:spPr>
          <a:xfrm>
            <a:off x="5332323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2" name="Rectangle 171"/>
          <p:cNvSpPr/>
          <p:nvPr/>
        </p:nvSpPr>
        <p:spPr>
          <a:xfrm>
            <a:off x="5474055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3" name="Rectangle 172"/>
          <p:cNvSpPr/>
          <p:nvPr/>
        </p:nvSpPr>
        <p:spPr>
          <a:xfrm>
            <a:off x="5615787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Rectangle 173"/>
          <p:cNvSpPr/>
          <p:nvPr/>
        </p:nvSpPr>
        <p:spPr>
          <a:xfrm>
            <a:off x="5757519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5" name="Rectangle 174"/>
          <p:cNvSpPr/>
          <p:nvPr/>
        </p:nvSpPr>
        <p:spPr>
          <a:xfrm>
            <a:off x="5899251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6" name="Rectangle 175"/>
          <p:cNvSpPr/>
          <p:nvPr/>
        </p:nvSpPr>
        <p:spPr>
          <a:xfrm>
            <a:off x="6040983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7" name="Rectangle 176"/>
          <p:cNvSpPr/>
          <p:nvPr/>
        </p:nvSpPr>
        <p:spPr>
          <a:xfrm>
            <a:off x="5048859" y="26791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8" name="Rectangle 177"/>
          <p:cNvSpPr/>
          <p:nvPr/>
        </p:nvSpPr>
        <p:spPr>
          <a:xfrm>
            <a:off x="5190591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9" name="Rectangle 178"/>
          <p:cNvSpPr/>
          <p:nvPr/>
        </p:nvSpPr>
        <p:spPr>
          <a:xfrm>
            <a:off x="5332323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0" name="Rectangle 179"/>
          <p:cNvSpPr/>
          <p:nvPr/>
        </p:nvSpPr>
        <p:spPr>
          <a:xfrm>
            <a:off x="5474055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1" name="Rectangle 180"/>
          <p:cNvSpPr/>
          <p:nvPr/>
        </p:nvSpPr>
        <p:spPr>
          <a:xfrm>
            <a:off x="5615787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2" name="Rectangle 181"/>
          <p:cNvSpPr/>
          <p:nvPr/>
        </p:nvSpPr>
        <p:spPr>
          <a:xfrm>
            <a:off x="5757519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3" name="Rectangle 182"/>
          <p:cNvSpPr/>
          <p:nvPr/>
        </p:nvSpPr>
        <p:spPr>
          <a:xfrm>
            <a:off x="5899251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4" name="Rectangle 183"/>
          <p:cNvSpPr/>
          <p:nvPr/>
        </p:nvSpPr>
        <p:spPr>
          <a:xfrm>
            <a:off x="6040983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5" name="Rectangle 184"/>
          <p:cNvSpPr/>
          <p:nvPr/>
        </p:nvSpPr>
        <p:spPr>
          <a:xfrm>
            <a:off x="5048859" y="28209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6" name="Rectangle 185"/>
          <p:cNvSpPr/>
          <p:nvPr/>
        </p:nvSpPr>
        <p:spPr>
          <a:xfrm>
            <a:off x="5190591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7" name="Rectangle 186"/>
          <p:cNvSpPr/>
          <p:nvPr/>
        </p:nvSpPr>
        <p:spPr>
          <a:xfrm>
            <a:off x="5332323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8" name="Rectangle 187"/>
          <p:cNvSpPr/>
          <p:nvPr/>
        </p:nvSpPr>
        <p:spPr>
          <a:xfrm>
            <a:off x="5474055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9" name="Rectangle 188"/>
          <p:cNvSpPr/>
          <p:nvPr/>
        </p:nvSpPr>
        <p:spPr>
          <a:xfrm>
            <a:off x="5615787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0" name="Rectangle 189"/>
          <p:cNvSpPr/>
          <p:nvPr/>
        </p:nvSpPr>
        <p:spPr>
          <a:xfrm>
            <a:off x="5757519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1" name="Rectangle 190"/>
          <p:cNvSpPr/>
          <p:nvPr/>
        </p:nvSpPr>
        <p:spPr>
          <a:xfrm>
            <a:off x="5899251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2" name="Rectangle 191"/>
          <p:cNvSpPr/>
          <p:nvPr/>
        </p:nvSpPr>
        <p:spPr>
          <a:xfrm>
            <a:off x="6040983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3" name="Rectangle 192"/>
          <p:cNvSpPr/>
          <p:nvPr/>
        </p:nvSpPr>
        <p:spPr>
          <a:xfrm>
            <a:off x="5048859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4" name="Rectangle 193"/>
          <p:cNvSpPr/>
          <p:nvPr/>
        </p:nvSpPr>
        <p:spPr>
          <a:xfrm>
            <a:off x="5190591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5" name="Rectangle 194"/>
          <p:cNvSpPr/>
          <p:nvPr/>
        </p:nvSpPr>
        <p:spPr>
          <a:xfrm>
            <a:off x="5332323" y="29626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6" name="Rectangle 195"/>
          <p:cNvSpPr/>
          <p:nvPr/>
        </p:nvSpPr>
        <p:spPr>
          <a:xfrm>
            <a:off x="5474055" y="29626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7" name="Rectangle 196"/>
          <p:cNvSpPr/>
          <p:nvPr/>
        </p:nvSpPr>
        <p:spPr>
          <a:xfrm>
            <a:off x="5615787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8" name="Rectangle 197"/>
          <p:cNvSpPr/>
          <p:nvPr/>
        </p:nvSpPr>
        <p:spPr>
          <a:xfrm>
            <a:off x="5757519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9" name="Rectangle 198"/>
          <p:cNvSpPr/>
          <p:nvPr/>
        </p:nvSpPr>
        <p:spPr>
          <a:xfrm>
            <a:off x="5899251" y="2962656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0" name="Rectangle 199"/>
          <p:cNvSpPr/>
          <p:nvPr/>
        </p:nvSpPr>
        <p:spPr>
          <a:xfrm>
            <a:off x="6040983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1" name="Rectangle 200"/>
          <p:cNvSpPr/>
          <p:nvPr/>
        </p:nvSpPr>
        <p:spPr>
          <a:xfrm>
            <a:off x="5048859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2" name="Rectangle 201"/>
          <p:cNvSpPr/>
          <p:nvPr/>
        </p:nvSpPr>
        <p:spPr>
          <a:xfrm>
            <a:off x="5190591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3" name="Rectangle 202"/>
          <p:cNvSpPr/>
          <p:nvPr/>
        </p:nvSpPr>
        <p:spPr>
          <a:xfrm>
            <a:off x="5332323" y="31043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4" name="Rectangle 203"/>
          <p:cNvSpPr/>
          <p:nvPr/>
        </p:nvSpPr>
        <p:spPr>
          <a:xfrm>
            <a:off x="5474055" y="31043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5" name="Rectangle 204"/>
          <p:cNvSpPr/>
          <p:nvPr/>
        </p:nvSpPr>
        <p:spPr>
          <a:xfrm>
            <a:off x="5615787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6" name="Rectangle 205"/>
          <p:cNvSpPr/>
          <p:nvPr/>
        </p:nvSpPr>
        <p:spPr>
          <a:xfrm>
            <a:off x="5757519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7" name="Rectangle 206"/>
          <p:cNvSpPr/>
          <p:nvPr/>
        </p:nvSpPr>
        <p:spPr>
          <a:xfrm>
            <a:off x="5899251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8" name="Rectangle 207"/>
          <p:cNvSpPr/>
          <p:nvPr/>
        </p:nvSpPr>
        <p:spPr>
          <a:xfrm>
            <a:off x="6040983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9" name="Rectangle 208"/>
          <p:cNvSpPr/>
          <p:nvPr/>
        </p:nvSpPr>
        <p:spPr>
          <a:xfrm>
            <a:off x="5048859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0" name="Rectangle 209"/>
          <p:cNvSpPr/>
          <p:nvPr/>
        </p:nvSpPr>
        <p:spPr>
          <a:xfrm>
            <a:off x="5190591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1" name="Rectangle 210"/>
          <p:cNvSpPr/>
          <p:nvPr/>
        </p:nvSpPr>
        <p:spPr>
          <a:xfrm>
            <a:off x="5332323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2" name="Rectangle 211"/>
          <p:cNvSpPr/>
          <p:nvPr/>
        </p:nvSpPr>
        <p:spPr>
          <a:xfrm>
            <a:off x="5474055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3" name="Rectangle 212"/>
          <p:cNvSpPr/>
          <p:nvPr/>
        </p:nvSpPr>
        <p:spPr>
          <a:xfrm>
            <a:off x="5615787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4" name="Rectangle 213"/>
          <p:cNvSpPr/>
          <p:nvPr/>
        </p:nvSpPr>
        <p:spPr>
          <a:xfrm>
            <a:off x="5757519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5" name="Rectangle 214"/>
          <p:cNvSpPr/>
          <p:nvPr/>
        </p:nvSpPr>
        <p:spPr>
          <a:xfrm>
            <a:off x="5899251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6" name="Rectangle 215"/>
          <p:cNvSpPr/>
          <p:nvPr/>
        </p:nvSpPr>
        <p:spPr>
          <a:xfrm>
            <a:off x="6040983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7" name="Rectangle 216"/>
          <p:cNvSpPr/>
          <p:nvPr/>
        </p:nvSpPr>
        <p:spPr>
          <a:xfrm>
            <a:off x="5048859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8" name="Rectangle 217"/>
          <p:cNvSpPr/>
          <p:nvPr/>
        </p:nvSpPr>
        <p:spPr>
          <a:xfrm>
            <a:off x="5190591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9" name="Rectangle 218"/>
          <p:cNvSpPr/>
          <p:nvPr/>
        </p:nvSpPr>
        <p:spPr>
          <a:xfrm>
            <a:off x="5332323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0" name="Rectangle 219"/>
          <p:cNvSpPr/>
          <p:nvPr/>
        </p:nvSpPr>
        <p:spPr>
          <a:xfrm>
            <a:off x="5474055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1" name="Rectangle 220"/>
          <p:cNvSpPr/>
          <p:nvPr/>
        </p:nvSpPr>
        <p:spPr>
          <a:xfrm>
            <a:off x="5615787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2" name="Rectangle 221"/>
          <p:cNvSpPr/>
          <p:nvPr/>
        </p:nvSpPr>
        <p:spPr>
          <a:xfrm>
            <a:off x="5757519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3" name="Rectangle 222"/>
          <p:cNvSpPr/>
          <p:nvPr/>
        </p:nvSpPr>
        <p:spPr>
          <a:xfrm>
            <a:off x="5899251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4" name="Rectangle 223"/>
          <p:cNvSpPr/>
          <p:nvPr/>
        </p:nvSpPr>
        <p:spPr>
          <a:xfrm>
            <a:off x="6040983" y="3387852"/>
            <a:ext cx="141732" cy="141732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5" name="Rectangle 224"/>
          <p:cNvSpPr/>
          <p:nvPr/>
        </p:nvSpPr>
        <p:spPr>
          <a:xfrm>
            <a:off x="5757519" y="2679192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6" name="Rectangle 225"/>
          <p:cNvSpPr/>
          <p:nvPr/>
        </p:nvSpPr>
        <p:spPr>
          <a:xfrm>
            <a:off x="5332323" y="2679192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7" name="TextBox 226"/>
          <p:cNvSpPr txBox="1"/>
          <p:nvPr/>
        </p:nvSpPr>
        <p:spPr>
          <a:xfrm>
            <a:off x="5048859" y="3602736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66 · 등줄기 59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평소 가동 · 보통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0.99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7244105" y="1938528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평소 가동 · 서늘 B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7244105" y="2148840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20.3% · 1,293개</a:t>
            </a:r>
          </a:p>
        </p:txBody>
      </p:sp>
      <p:sp>
        <p:nvSpPr>
          <p:cNvPr id="230" name="Rectangle 229"/>
          <p:cNvSpPr/>
          <p:nvPr/>
        </p:nvSpPr>
        <p:spPr>
          <a:xfrm>
            <a:off x="7244105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1" name="Rectangle 230"/>
          <p:cNvSpPr/>
          <p:nvPr/>
        </p:nvSpPr>
        <p:spPr>
          <a:xfrm>
            <a:off x="7385837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2" name="Rectangle 231"/>
          <p:cNvSpPr/>
          <p:nvPr/>
        </p:nvSpPr>
        <p:spPr>
          <a:xfrm>
            <a:off x="7527569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3" name="Rectangle 232"/>
          <p:cNvSpPr/>
          <p:nvPr/>
        </p:nvSpPr>
        <p:spPr>
          <a:xfrm>
            <a:off x="7669301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4" name="Rectangle 233"/>
          <p:cNvSpPr/>
          <p:nvPr/>
        </p:nvSpPr>
        <p:spPr>
          <a:xfrm>
            <a:off x="7811033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5" name="Rectangle 234"/>
          <p:cNvSpPr/>
          <p:nvPr/>
        </p:nvSpPr>
        <p:spPr>
          <a:xfrm>
            <a:off x="7952765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6" name="Rectangle 235"/>
          <p:cNvSpPr/>
          <p:nvPr/>
        </p:nvSpPr>
        <p:spPr>
          <a:xfrm>
            <a:off x="8094497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7" name="Rectangle 236"/>
          <p:cNvSpPr/>
          <p:nvPr/>
        </p:nvSpPr>
        <p:spPr>
          <a:xfrm>
            <a:off x="8236229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8" name="Rectangle 237"/>
          <p:cNvSpPr/>
          <p:nvPr/>
        </p:nvSpPr>
        <p:spPr>
          <a:xfrm>
            <a:off x="7244105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9" name="Rectangle 238"/>
          <p:cNvSpPr/>
          <p:nvPr/>
        </p:nvSpPr>
        <p:spPr>
          <a:xfrm>
            <a:off x="7385837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0" name="Rectangle 239"/>
          <p:cNvSpPr/>
          <p:nvPr/>
        </p:nvSpPr>
        <p:spPr>
          <a:xfrm>
            <a:off x="7527569" y="25374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1" name="Rectangle 240"/>
          <p:cNvSpPr/>
          <p:nvPr/>
        </p:nvSpPr>
        <p:spPr>
          <a:xfrm>
            <a:off x="7669301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2" name="Rectangle 241"/>
          <p:cNvSpPr/>
          <p:nvPr/>
        </p:nvSpPr>
        <p:spPr>
          <a:xfrm>
            <a:off x="7811033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3" name="Rectangle 242"/>
          <p:cNvSpPr/>
          <p:nvPr/>
        </p:nvSpPr>
        <p:spPr>
          <a:xfrm>
            <a:off x="7952765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4" name="Rectangle 243"/>
          <p:cNvSpPr/>
          <p:nvPr/>
        </p:nvSpPr>
        <p:spPr>
          <a:xfrm>
            <a:off x="8094497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5" name="Rectangle 244"/>
          <p:cNvSpPr/>
          <p:nvPr/>
        </p:nvSpPr>
        <p:spPr>
          <a:xfrm>
            <a:off x="8236229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6" name="Rectangle 245"/>
          <p:cNvSpPr/>
          <p:nvPr/>
        </p:nvSpPr>
        <p:spPr>
          <a:xfrm>
            <a:off x="7244105" y="26791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7" name="Rectangle 246"/>
          <p:cNvSpPr/>
          <p:nvPr/>
        </p:nvSpPr>
        <p:spPr>
          <a:xfrm>
            <a:off x="7385837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8" name="Rectangle 247"/>
          <p:cNvSpPr/>
          <p:nvPr/>
        </p:nvSpPr>
        <p:spPr>
          <a:xfrm>
            <a:off x="7527569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9" name="Rectangle 248"/>
          <p:cNvSpPr/>
          <p:nvPr/>
        </p:nvSpPr>
        <p:spPr>
          <a:xfrm>
            <a:off x="7669301" y="26791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0" name="Rectangle 249"/>
          <p:cNvSpPr/>
          <p:nvPr/>
        </p:nvSpPr>
        <p:spPr>
          <a:xfrm>
            <a:off x="7811033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1" name="Rectangle 250"/>
          <p:cNvSpPr/>
          <p:nvPr/>
        </p:nvSpPr>
        <p:spPr>
          <a:xfrm>
            <a:off x="7952765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2" name="Rectangle 251"/>
          <p:cNvSpPr/>
          <p:nvPr/>
        </p:nvSpPr>
        <p:spPr>
          <a:xfrm>
            <a:off x="8094497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3" name="Rectangle 252"/>
          <p:cNvSpPr/>
          <p:nvPr/>
        </p:nvSpPr>
        <p:spPr>
          <a:xfrm>
            <a:off x="8236229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4" name="Rectangle 253"/>
          <p:cNvSpPr/>
          <p:nvPr/>
        </p:nvSpPr>
        <p:spPr>
          <a:xfrm>
            <a:off x="7244105" y="28209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5" name="Rectangle 254"/>
          <p:cNvSpPr/>
          <p:nvPr/>
        </p:nvSpPr>
        <p:spPr>
          <a:xfrm>
            <a:off x="7385837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6" name="Rectangle 255"/>
          <p:cNvSpPr/>
          <p:nvPr/>
        </p:nvSpPr>
        <p:spPr>
          <a:xfrm>
            <a:off x="7527569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7" name="Rectangle 256"/>
          <p:cNvSpPr/>
          <p:nvPr/>
        </p:nvSpPr>
        <p:spPr>
          <a:xfrm>
            <a:off x="7669301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8" name="Rectangle 257"/>
          <p:cNvSpPr/>
          <p:nvPr/>
        </p:nvSpPr>
        <p:spPr>
          <a:xfrm>
            <a:off x="7811033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9" name="Rectangle 258"/>
          <p:cNvSpPr/>
          <p:nvPr/>
        </p:nvSpPr>
        <p:spPr>
          <a:xfrm>
            <a:off x="7952765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0" name="Rectangle 259"/>
          <p:cNvSpPr/>
          <p:nvPr/>
        </p:nvSpPr>
        <p:spPr>
          <a:xfrm>
            <a:off x="8094497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1" name="Rectangle 260"/>
          <p:cNvSpPr/>
          <p:nvPr/>
        </p:nvSpPr>
        <p:spPr>
          <a:xfrm>
            <a:off x="8236229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2" name="Rectangle 261"/>
          <p:cNvSpPr/>
          <p:nvPr/>
        </p:nvSpPr>
        <p:spPr>
          <a:xfrm>
            <a:off x="7244105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3" name="Rectangle 262"/>
          <p:cNvSpPr/>
          <p:nvPr/>
        </p:nvSpPr>
        <p:spPr>
          <a:xfrm>
            <a:off x="7385837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4" name="Rectangle 263"/>
          <p:cNvSpPr/>
          <p:nvPr/>
        </p:nvSpPr>
        <p:spPr>
          <a:xfrm>
            <a:off x="7527569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5" name="Rectangle 264"/>
          <p:cNvSpPr/>
          <p:nvPr/>
        </p:nvSpPr>
        <p:spPr>
          <a:xfrm>
            <a:off x="7669301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6" name="Rectangle 265"/>
          <p:cNvSpPr/>
          <p:nvPr/>
        </p:nvSpPr>
        <p:spPr>
          <a:xfrm>
            <a:off x="7811033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7" name="Rectangle 266"/>
          <p:cNvSpPr/>
          <p:nvPr/>
        </p:nvSpPr>
        <p:spPr>
          <a:xfrm>
            <a:off x="7952765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8" name="Rectangle 267"/>
          <p:cNvSpPr/>
          <p:nvPr/>
        </p:nvSpPr>
        <p:spPr>
          <a:xfrm>
            <a:off x="8094497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9" name="Rectangle 268"/>
          <p:cNvSpPr/>
          <p:nvPr/>
        </p:nvSpPr>
        <p:spPr>
          <a:xfrm>
            <a:off x="8236229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0" name="Rectangle 269"/>
          <p:cNvSpPr/>
          <p:nvPr/>
        </p:nvSpPr>
        <p:spPr>
          <a:xfrm>
            <a:off x="7244105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1" name="Rectangle 270"/>
          <p:cNvSpPr/>
          <p:nvPr/>
        </p:nvSpPr>
        <p:spPr>
          <a:xfrm>
            <a:off x="7385837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2" name="Rectangle 271"/>
          <p:cNvSpPr/>
          <p:nvPr/>
        </p:nvSpPr>
        <p:spPr>
          <a:xfrm>
            <a:off x="7527569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3" name="Rectangle 272"/>
          <p:cNvSpPr/>
          <p:nvPr/>
        </p:nvSpPr>
        <p:spPr>
          <a:xfrm>
            <a:off x="7669301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4" name="Rectangle 273"/>
          <p:cNvSpPr/>
          <p:nvPr/>
        </p:nvSpPr>
        <p:spPr>
          <a:xfrm>
            <a:off x="7811033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5" name="Rectangle 274"/>
          <p:cNvSpPr/>
          <p:nvPr/>
        </p:nvSpPr>
        <p:spPr>
          <a:xfrm>
            <a:off x="7952765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6" name="Rectangle 275"/>
          <p:cNvSpPr/>
          <p:nvPr/>
        </p:nvSpPr>
        <p:spPr>
          <a:xfrm>
            <a:off x="8094497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7" name="Rectangle 276"/>
          <p:cNvSpPr/>
          <p:nvPr/>
        </p:nvSpPr>
        <p:spPr>
          <a:xfrm>
            <a:off x="8236229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8" name="Rectangle 277"/>
          <p:cNvSpPr/>
          <p:nvPr/>
        </p:nvSpPr>
        <p:spPr>
          <a:xfrm>
            <a:off x="7244105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9" name="Rectangle 278"/>
          <p:cNvSpPr/>
          <p:nvPr/>
        </p:nvSpPr>
        <p:spPr>
          <a:xfrm>
            <a:off x="7385837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0" name="Rectangle 279"/>
          <p:cNvSpPr/>
          <p:nvPr/>
        </p:nvSpPr>
        <p:spPr>
          <a:xfrm>
            <a:off x="7527569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1" name="Rectangle 280"/>
          <p:cNvSpPr/>
          <p:nvPr/>
        </p:nvSpPr>
        <p:spPr>
          <a:xfrm>
            <a:off x="7669301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2" name="Rectangle 281"/>
          <p:cNvSpPr/>
          <p:nvPr/>
        </p:nvSpPr>
        <p:spPr>
          <a:xfrm>
            <a:off x="7811033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3" name="Rectangle 282"/>
          <p:cNvSpPr/>
          <p:nvPr/>
        </p:nvSpPr>
        <p:spPr>
          <a:xfrm>
            <a:off x="7952765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4" name="Rectangle 283"/>
          <p:cNvSpPr/>
          <p:nvPr/>
        </p:nvSpPr>
        <p:spPr>
          <a:xfrm>
            <a:off x="8094497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5" name="Rectangle 284"/>
          <p:cNvSpPr/>
          <p:nvPr/>
        </p:nvSpPr>
        <p:spPr>
          <a:xfrm>
            <a:off x="8236229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6" name="Rectangle 285"/>
          <p:cNvSpPr/>
          <p:nvPr/>
        </p:nvSpPr>
        <p:spPr>
          <a:xfrm>
            <a:off x="7244105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7" name="Rectangle 286"/>
          <p:cNvSpPr/>
          <p:nvPr/>
        </p:nvSpPr>
        <p:spPr>
          <a:xfrm>
            <a:off x="7385837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8" name="Rectangle 287"/>
          <p:cNvSpPr/>
          <p:nvPr/>
        </p:nvSpPr>
        <p:spPr>
          <a:xfrm>
            <a:off x="7527569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9" name="Rectangle 288"/>
          <p:cNvSpPr/>
          <p:nvPr/>
        </p:nvSpPr>
        <p:spPr>
          <a:xfrm>
            <a:off x="7669301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0" name="Rectangle 289"/>
          <p:cNvSpPr/>
          <p:nvPr/>
        </p:nvSpPr>
        <p:spPr>
          <a:xfrm>
            <a:off x="7811033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1" name="Rectangle 290"/>
          <p:cNvSpPr/>
          <p:nvPr/>
        </p:nvSpPr>
        <p:spPr>
          <a:xfrm>
            <a:off x="7952765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2" name="Rectangle 291"/>
          <p:cNvSpPr/>
          <p:nvPr/>
        </p:nvSpPr>
        <p:spPr>
          <a:xfrm>
            <a:off x="8094497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3" name="Rectangle 292"/>
          <p:cNvSpPr/>
          <p:nvPr/>
        </p:nvSpPr>
        <p:spPr>
          <a:xfrm>
            <a:off x="8236229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4" name="Rectangle 293"/>
          <p:cNvSpPr/>
          <p:nvPr/>
        </p:nvSpPr>
        <p:spPr>
          <a:xfrm>
            <a:off x="7952765" y="2679192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5" name="Rectangle 294"/>
          <p:cNvSpPr/>
          <p:nvPr/>
        </p:nvSpPr>
        <p:spPr>
          <a:xfrm>
            <a:off x="7527569" y="2679192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6" name="TextBox 295"/>
          <p:cNvSpPr txBox="1"/>
          <p:nvPr/>
        </p:nvSpPr>
        <p:spPr>
          <a:xfrm>
            <a:off x="7244105" y="3602736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71 · 등줄기 46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평소 가동 · 서늘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9439351" y="1938528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평소 가동 · 저녁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9439351" y="2148840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12.8% · 816개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9439351" y="239572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0" name="Rectangle 299"/>
          <p:cNvSpPr/>
          <p:nvPr/>
        </p:nvSpPr>
        <p:spPr>
          <a:xfrm>
            <a:off x="9581083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1" name="Rectangle 300"/>
          <p:cNvSpPr/>
          <p:nvPr/>
        </p:nvSpPr>
        <p:spPr>
          <a:xfrm>
            <a:off x="9722815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2" name="Rectangle 301"/>
          <p:cNvSpPr/>
          <p:nvPr/>
        </p:nvSpPr>
        <p:spPr>
          <a:xfrm>
            <a:off x="9864547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3" name="Rectangle 302"/>
          <p:cNvSpPr/>
          <p:nvPr/>
        </p:nvSpPr>
        <p:spPr>
          <a:xfrm>
            <a:off x="10006279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4" name="Rectangle 303"/>
          <p:cNvSpPr/>
          <p:nvPr/>
        </p:nvSpPr>
        <p:spPr>
          <a:xfrm>
            <a:off x="10148011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5" name="Rectangle 304"/>
          <p:cNvSpPr/>
          <p:nvPr/>
        </p:nvSpPr>
        <p:spPr>
          <a:xfrm>
            <a:off x="10289743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6" name="Rectangle 305"/>
          <p:cNvSpPr/>
          <p:nvPr/>
        </p:nvSpPr>
        <p:spPr>
          <a:xfrm>
            <a:off x="10431475" y="239572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7" name="Rectangle 306"/>
          <p:cNvSpPr/>
          <p:nvPr/>
        </p:nvSpPr>
        <p:spPr>
          <a:xfrm>
            <a:off x="9439351" y="25374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8" name="Rectangle 307"/>
          <p:cNvSpPr/>
          <p:nvPr/>
        </p:nvSpPr>
        <p:spPr>
          <a:xfrm>
            <a:off x="9581083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9" name="Rectangle 308"/>
          <p:cNvSpPr/>
          <p:nvPr/>
        </p:nvSpPr>
        <p:spPr>
          <a:xfrm>
            <a:off x="9722815" y="25374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0" name="Rectangle 309"/>
          <p:cNvSpPr/>
          <p:nvPr/>
        </p:nvSpPr>
        <p:spPr>
          <a:xfrm>
            <a:off x="9864547" y="25374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1" name="Rectangle 310"/>
          <p:cNvSpPr/>
          <p:nvPr/>
        </p:nvSpPr>
        <p:spPr>
          <a:xfrm>
            <a:off x="10006279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2" name="Rectangle 311"/>
          <p:cNvSpPr/>
          <p:nvPr/>
        </p:nvSpPr>
        <p:spPr>
          <a:xfrm>
            <a:off x="10148011" y="25374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3" name="Rectangle 312"/>
          <p:cNvSpPr/>
          <p:nvPr/>
        </p:nvSpPr>
        <p:spPr>
          <a:xfrm>
            <a:off x="10289743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4" name="Rectangle 313"/>
          <p:cNvSpPr/>
          <p:nvPr/>
        </p:nvSpPr>
        <p:spPr>
          <a:xfrm>
            <a:off x="10431475" y="25374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5" name="Rectangle 314"/>
          <p:cNvSpPr/>
          <p:nvPr/>
        </p:nvSpPr>
        <p:spPr>
          <a:xfrm>
            <a:off x="9439351" y="26791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6" name="Rectangle 315"/>
          <p:cNvSpPr/>
          <p:nvPr/>
        </p:nvSpPr>
        <p:spPr>
          <a:xfrm>
            <a:off x="9581083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7" name="Rectangle 316"/>
          <p:cNvSpPr/>
          <p:nvPr/>
        </p:nvSpPr>
        <p:spPr>
          <a:xfrm>
            <a:off x="9722815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8" name="Rectangle 317"/>
          <p:cNvSpPr/>
          <p:nvPr/>
        </p:nvSpPr>
        <p:spPr>
          <a:xfrm>
            <a:off x="9864547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9" name="Rectangle 318"/>
          <p:cNvSpPr/>
          <p:nvPr/>
        </p:nvSpPr>
        <p:spPr>
          <a:xfrm>
            <a:off x="10006279" y="26791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0" name="Rectangle 319"/>
          <p:cNvSpPr/>
          <p:nvPr/>
        </p:nvSpPr>
        <p:spPr>
          <a:xfrm>
            <a:off x="10148011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1" name="Rectangle 320"/>
          <p:cNvSpPr/>
          <p:nvPr/>
        </p:nvSpPr>
        <p:spPr>
          <a:xfrm>
            <a:off x="10289743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2" name="Rectangle 321"/>
          <p:cNvSpPr/>
          <p:nvPr/>
        </p:nvSpPr>
        <p:spPr>
          <a:xfrm>
            <a:off x="10431475" y="26791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3" name="Rectangle 322"/>
          <p:cNvSpPr/>
          <p:nvPr/>
        </p:nvSpPr>
        <p:spPr>
          <a:xfrm>
            <a:off x="9439351" y="28209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4" name="Rectangle 323"/>
          <p:cNvSpPr/>
          <p:nvPr/>
        </p:nvSpPr>
        <p:spPr>
          <a:xfrm>
            <a:off x="9581083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5" name="Rectangle 324"/>
          <p:cNvSpPr/>
          <p:nvPr/>
        </p:nvSpPr>
        <p:spPr>
          <a:xfrm>
            <a:off x="9722815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6" name="Rectangle 325"/>
          <p:cNvSpPr/>
          <p:nvPr/>
        </p:nvSpPr>
        <p:spPr>
          <a:xfrm>
            <a:off x="9864547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7" name="Rectangle 326"/>
          <p:cNvSpPr/>
          <p:nvPr/>
        </p:nvSpPr>
        <p:spPr>
          <a:xfrm>
            <a:off x="10006279" y="28209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8" name="Rectangle 327"/>
          <p:cNvSpPr/>
          <p:nvPr/>
        </p:nvSpPr>
        <p:spPr>
          <a:xfrm>
            <a:off x="10148011" y="28209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9" name="Rectangle 328"/>
          <p:cNvSpPr/>
          <p:nvPr/>
        </p:nvSpPr>
        <p:spPr>
          <a:xfrm>
            <a:off x="10289743" y="28209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0" name="Rectangle 329"/>
          <p:cNvSpPr/>
          <p:nvPr/>
        </p:nvSpPr>
        <p:spPr>
          <a:xfrm>
            <a:off x="10431475" y="28209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1" name="Rectangle 330"/>
          <p:cNvSpPr/>
          <p:nvPr/>
        </p:nvSpPr>
        <p:spPr>
          <a:xfrm>
            <a:off x="9439351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2" name="Rectangle 331"/>
          <p:cNvSpPr/>
          <p:nvPr/>
        </p:nvSpPr>
        <p:spPr>
          <a:xfrm>
            <a:off x="9581083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3" name="Rectangle 332"/>
          <p:cNvSpPr/>
          <p:nvPr/>
        </p:nvSpPr>
        <p:spPr>
          <a:xfrm>
            <a:off x="9722815" y="29626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4" name="Rectangle 333"/>
          <p:cNvSpPr/>
          <p:nvPr/>
        </p:nvSpPr>
        <p:spPr>
          <a:xfrm>
            <a:off x="9864547" y="29626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5" name="Rectangle 334"/>
          <p:cNvSpPr/>
          <p:nvPr/>
        </p:nvSpPr>
        <p:spPr>
          <a:xfrm>
            <a:off x="10006279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6" name="Rectangle 335"/>
          <p:cNvSpPr/>
          <p:nvPr/>
        </p:nvSpPr>
        <p:spPr>
          <a:xfrm>
            <a:off x="10148011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7" name="Rectangle 336"/>
          <p:cNvSpPr/>
          <p:nvPr/>
        </p:nvSpPr>
        <p:spPr>
          <a:xfrm>
            <a:off x="10289743" y="29626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8" name="Rectangle 337"/>
          <p:cNvSpPr/>
          <p:nvPr/>
        </p:nvSpPr>
        <p:spPr>
          <a:xfrm>
            <a:off x="10431475" y="29626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9" name="Rectangle 338"/>
          <p:cNvSpPr/>
          <p:nvPr/>
        </p:nvSpPr>
        <p:spPr>
          <a:xfrm>
            <a:off x="9439351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0" name="Rectangle 339"/>
          <p:cNvSpPr/>
          <p:nvPr/>
        </p:nvSpPr>
        <p:spPr>
          <a:xfrm>
            <a:off x="9581083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1" name="Rectangle 340"/>
          <p:cNvSpPr/>
          <p:nvPr/>
        </p:nvSpPr>
        <p:spPr>
          <a:xfrm>
            <a:off x="9722815" y="31043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2" name="Rectangle 341"/>
          <p:cNvSpPr/>
          <p:nvPr/>
        </p:nvSpPr>
        <p:spPr>
          <a:xfrm>
            <a:off x="9864547" y="31043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3" name="Rectangle 342"/>
          <p:cNvSpPr/>
          <p:nvPr/>
        </p:nvSpPr>
        <p:spPr>
          <a:xfrm>
            <a:off x="10006279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4" name="Rectangle 343"/>
          <p:cNvSpPr/>
          <p:nvPr/>
        </p:nvSpPr>
        <p:spPr>
          <a:xfrm>
            <a:off x="10148011" y="3104388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5" name="Rectangle 344"/>
          <p:cNvSpPr/>
          <p:nvPr/>
        </p:nvSpPr>
        <p:spPr>
          <a:xfrm>
            <a:off x="10289743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6" name="Rectangle 345"/>
          <p:cNvSpPr/>
          <p:nvPr/>
        </p:nvSpPr>
        <p:spPr>
          <a:xfrm>
            <a:off x="10431475" y="31043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7" name="Rectangle 346"/>
          <p:cNvSpPr/>
          <p:nvPr/>
        </p:nvSpPr>
        <p:spPr>
          <a:xfrm>
            <a:off x="9439351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8" name="Rectangle 347"/>
          <p:cNvSpPr/>
          <p:nvPr/>
        </p:nvSpPr>
        <p:spPr>
          <a:xfrm>
            <a:off x="9581083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9" name="Rectangle 348"/>
          <p:cNvSpPr/>
          <p:nvPr/>
        </p:nvSpPr>
        <p:spPr>
          <a:xfrm>
            <a:off x="9722815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0" name="Rectangle 349"/>
          <p:cNvSpPr/>
          <p:nvPr/>
        </p:nvSpPr>
        <p:spPr>
          <a:xfrm>
            <a:off x="9864547" y="32461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1" name="Rectangle 350"/>
          <p:cNvSpPr/>
          <p:nvPr/>
        </p:nvSpPr>
        <p:spPr>
          <a:xfrm>
            <a:off x="10006279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2" name="Rectangle 351"/>
          <p:cNvSpPr/>
          <p:nvPr/>
        </p:nvSpPr>
        <p:spPr>
          <a:xfrm>
            <a:off x="10148011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3" name="Rectangle 352"/>
          <p:cNvSpPr/>
          <p:nvPr/>
        </p:nvSpPr>
        <p:spPr>
          <a:xfrm>
            <a:off x="10289743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4" name="Rectangle 353"/>
          <p:cNvSpPr/>
          <p:nvPr/>
        </p:nvSpPr>
        <p:spPr>
          <a:xfrm>
            <a:off x="10431475" y="32461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5" name="Rectangle 354"/>
          <p:cNvSpPr/>
          <p:nvPr/>
        </p:nvSpPr>
        <p:spPr>
          <a:xfrm>
            <a:off x="9439351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6" name="Rectangle 355"/>
          <p:cNvSpPr/>
          <p:nvPr/>
        </p:nvSpPr>
        <p:spPr>
          <a:xfrm>
            <a:off x="9581083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7" name="Rectangle 356"/>
          <p:cNvSpPr/>
          <p:nvPr/>
        </p:nvSpPr>
        <p:spPr>
          <a:xfrm>
            <a:off x="9722815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8" name="Rectangle 357"/>
          <p:cNvSpPr/>
          <p:nvPr/>
        </p:nvSpPr>
        <p:spPr>
          <a:xfrm>
            <a:off x="9864547" y="33878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9" name="Rectangle 358"/>
          <p:cNvSpPr/>
          <p:nvPr/>
        </p:nvSpPr>
        <p:spPr>
          <a:xfrm>
            <a:off x="10006279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0" name="Rectangle 359"/>
          <p:cNvSpPr/>
          <p:nvPr/>
        </p:nvSpPr>
        <p:spPr>
          <a:xfrm>
            <a:off x="10148011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1" name="Rectangle 360"/>
          <p:cNvSpPr/>
          <p:nvPr/>
        </p:nvSpPr>
        <p:spPr>
          <a:xfrm>
            <a:off x="10289743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2" name="Rectangle 361"/>
          <p:cNvSpPr/>
          <p:nvPr/>
        </p:nvSpPr>
        <p:spPr>
          <a:xfrm>
            <a:off x="10431475" y="33878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3" name="Rectangle 362"/>
          <p:cNvSpPr/>
          <p:nvPr/>
        </p:nvSpPr>
        <p:spPr>
          <a:xfrm>
            <a:off x="10148011" y="2679192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4" name="Rectangle 363"/>
          <p:cNvSpPr/>
          <p:nvPr/>
        </p:nvSpPr>
        <p:spPr>
          <a:xfrm>
            <a:off x="9722815" y="2679192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5" name="TextBox 364"/>
          <p:cNvSpPr txBox="1"/>
          <p:nvPr/>
        </p:nvSpPr>
        <p:spPr>
          <a:xfrm>
            <a:off x="9439351" y="3602736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73 · 등줄기 59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평소 가동 · 보통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658368" y="4023360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오른쪽 확장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658368" y="423367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6.9% · 438개</a:t>
            </a:r>
          </a:p>
        </p:txBody>
      </p:sp>
      <p:sp>
        <p:nvSpPr>
          <p:cNvPr id="368" name="Rectangle 367"/>
          <p:cNvSpPr/>
          <p:nvPr/>
        </p:nvSpPr>
        <p:spPr>
          <a:xfrm>
            <a:off x="658368" y="44805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9" name="Rectangle 368"/>
          <p:cNvSpPr/>
          <p:nvPr/>
        </p:nvSpPr>
        <p:spPr>
          <a:xfrm>
            <a:off x="800100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0" name="Rectangle 369"/>
          <p:cNvSpPr/>
          <p:nvPr/>
        </p:nvSpPr>
        <p:spPr>
          <a:xfrm>
            <a:off x="941832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1" name="Rectangle 370"/>
          <p:cNvSpPr/>
          <p:nvPr/>
        </p:nvSpPr>
        <p:spPr>
          <a:xfrm>
            <a:off x="1083564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2" name="Rectangle 371"/>
          <p:cNvSpPr/>
          <p:nvPr/>
        </p:nvSpPr>
        <p:spPr>
          <a:xfrm>
            <a:off x="122529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3" name="Rectangle 372"/>
          <p:cNvSpPr/>
          <p:nvPr/>
        </p:nvSpPr>
        <p:spPr>
          <a:xfrm>
            <a:off x="1367028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4" name="Rectangle 373"/>
          <p:cNvSpPr/>
          <p:nvPr/>
        </p:nvSpPr>
        <p:spPr>
          <a:xfrm>
            <a:off x="1508760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5" name="Rectangle 374"/>
          <p:cNvSpPr/>
          <p:nvPr/>
        </p:nvSpPr>
        <p:spPr>
          <a:xfrm>
            <a:off x="1650492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6" name="Rectangle 375"/>
          <p:cNvSpPr/>
          <p:nvPr/>
        </p:nvSpPr>
        <p:spPr>
          <a:xfrm>
            <a:off x="658368" y="46222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7" name="Rectangle 376"/>
          <p:cNvSpPr/>
          <p:nvPr/>
        </p:nvSpPr>
        <p:spPr>
          <a:xfrm>
            <a:off x="800100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8" name="Rectangle 377"/>
          <p:cNvSpPr/>
          <p:nvPr/>
        </p:nvSpPr>
        <p:spPr>
          <a:xfrm>
            <a:off x="941832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9" name="Rectangle 378"/>
          <p:cNvSpPr/>
          <p:nvPr/>
        </p:nvSpPr>
        <p:spPr>
          <a:xfrm>
            <a:off x="1083564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0" name="Rectangle 379"/>
          <p:cNvSpPr/>
          <p:nvPr/>
        </p:nvSpPr>
        <p:spPr>
          <a:xfrm>
            <a:off x="1225295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1" name="Rectangle 380"/>
          <p:cNvSpPr/>
          <p:nvPr/>
        </p:nvSpPr>
        <p:spPr>
          <a:xfrm>
            <a:off x="1367028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2" name="Rectangle 381"/>
          <p:cNvSpPr/>
          <p:nvPr/>
        </p:nvSpPr>
        <p:spPr>
          <a:xfrm>
            <a:off x="1508760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3" name="Rectangle 382"/>
          <p:cNvSpPr/>
          <p:nvPr/>
        </p:nvSpPr>
        <p:spPr>
          <a:xfrm>
            <a:off x="1650492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4" name="Rectangle 383"/>
          <p:cNvSpPr/>
          <p:nvPr/>
        </p:nvSpPr>
        <p:spPr>
          <a:xfrm>
            <a:off x="658368" y="47640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5" name="Rectangle 384"/>
          <p:cNvSpPr/>
          <p:nvPr/>
        </p:nvSpPr>
        <p:spPr>
          <a:xfrm>
            <a:off x="800100" y="47640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6" name="Rectangle 385"/>
          <p:cNvSpPr/>
          <p:nvPr/>
        </p:nvSpPr>
        <p:spPr>
          <a:xfrm>
            <a:off x="941832" y="47640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7" name="Rectangle 386"/>
          <p:cNvSpPr/>
          <p:nvPr/>
        </p:nvSpPr>
        <p:spPr>
          <a:xfrm>
            <a:off x="1083564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8" name="Rectangle 387"/>
          <p:cNvSpPr/>
          <p:nvPr/>
        </p:nvSpPr>
        <p:spPr>
          <a:xfrm>
            <a:off x="1225295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9" name="Rectangle 388"/>
          <p:cNvSpPr/>
          <p:nvPr/>
        </p:nvSpPr>
        <p:spPr>
          <a:xfrm>
            <a:off x="1367028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0" name="Rectangle 389"/>
          <p:cNvSpPr/>
          <p:nvPr/>
        </p:nvSpPr>
        <p:spPr>
          <a:xfrm>
            <a:off x="1508760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1" name="Rectangle 390"/>
          <p:cNvSpPr/>
          <p:nvPr/>
        </p:nvSpPr>
        <p:spPr>
          <a:xfrm>
            <a:off x="1650492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2" name="Rectangle 391"/>
          <p:cNvSpPr/>
          <p:nvPr/>
        </p:nvSpPr>
        <p:spPr>
          <a:xfrm>
            <a:off x="658368" y="49057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3" name="Rectangle 392"/>
          <p:cNvSpPr/>
          <p:nvPr/>
        </p:nvSpPr>
        <p:spPr>
          <a:xfrm>
            <a:off x="800100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4" name="Rectangle 393"/>
          <p:cNvSpPr/>
          <p:nvPr/>
        </p:nvSpPr>
        <p:spPr>
          <a:xfrm>
            <a:off x="941832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5" name="Rectangle 394"/>
          <p:cNvSpPr/>
          <p:nvPr/>
        </p:nvSpPr>
        <p:spPr>
          <a:xfrm>
            <a:off x="1083564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6" name="Rectangle 395"/>
          <p:cNvSpPr/>
          <p:nvPr/>
        </p:nvSpPr>
        <p:spPr>
          <a:xfrm>
            <a:off x="1225295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7" name="Rectangle 396"/>
          <p:cNvSpPr/>
          <p:nvPr/>
        </p:nvSpPr>
        <p:spPr>
          <a:xfrm>
            <a:off x="1367028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8" name="Rectangle 397"/>
          <p:cNvSpPr/>
          <p:nvPr/>
        </p:nvSpPr>
        <p:spPr>
          <a:xfrm>
            <a:off x="1508760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9" name="Rectangle 398"/>
          <p:cNvSpPr/>
          <p:nvPr/>
        </p:nvSpPr>
        <p:spPr>
          <a:xfrm>
            <a:off x="1650492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0" name="Rectangle 399"/>
          <p:cNvSpPr/>
          <p:nvPr/>
        </p:nvSpPr>
        <p:spPr>
          <a:xfrm>
            <a:off x="658368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1" name="Rectangle 400"/>
          <p:cNvSpPr/>
          <p:nvPr/>
        </p:nvSpPr>
        <p:spPr>
          <a:xfrm>
            <a:off x="800100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2" name="Rectangle 401"/>
          <p:cNvSpPr/>
          <p:nvPr/>
        </p:nvSpPr>
        <p:spPr>
          <a:xfrm>
            <a:off x="941832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3" name="Rectangle 402"/>
          <p:cNvSpPr/>
          <p:nvPr/>
        </p:nvSpPr>
        <p:spPr>
          <a:xfrm>
            <a:off x="1083564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4" name="Rectangle 403"/>
          <p:cNvSpPr/>
          <p:nvPr/>
        </p:nvSpPr>
        <p:spPr>
          <a:xfrm>
            <a:off x="1225295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5" name="Rectangle 404"/>
          <p:cNvSpPr/>
          <p:nvPr/>
        </p:nvSpPr>
        <p:spPr>
          <a:xfrm>
            <a:off x="1367028" y="5047488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6" name="Rectangle 405"/>
          <p:cNvSpPr/>
          <p:nvPr/>
        </p:nvSpPr>
        <p:spPr>
          <a:xfrm>
            <a:off x="1508760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7" name="Rectangle 406"/>
          <p:cNvSpPr/>
          <p:nvPr/>
        </p:nvSpPr>
        <p:spPr>
          <a:xfrm>
            <a:off x="1650492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8" name="Rectangle 407"/>
          <p:cNvSpPr/>
          <p:nvPr/>
        </p:nvSpPr>
        <p:spPr>
          <a:xfrm>
            <a:off x="658368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9" name="Rectangle 408"/>
          <p:cNvSpPr/>
          <p:nvPr/>
        </p:nvSpPr>
        <p:spPr>
          <a:xfrm>
            <a:off x="800100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0" name="Rectangle 409"/>
          <p:cNvSpPr/>
          <p:nvPr/>
        </p:nvSpPr>
        <p:spPr>
          <a:xfrm>
            <a:off x="941832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1" name="Rectangle 410"/>
          <p:cNvSpPr/>
          <p:nvPr/>
        </p:nvSpPr>
        <p:spPr>
          <a:xfrm>
            <a:off x="1083564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2" name="Rectangle 411"/>
          <p:cNvSpPr/>
          <p:nvPr/>
        </p:nvSpPr>
        <p:spPr>
          <a:xfrm>
            <a:off x="1225295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3" name="Rectangle 412"/>
          <p:cNvSpPr/>
          <p:nvPr/>
        </p:nvSpPr>
        <p:spPr>
          <a:xfrm>
            <a:off x="1367028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4" name="Rectangle 413"/>
          <p:cNvSpPr/>
          <p:nvPr/>
        </p:nvSpPr>
        <p:spPr>
          <a:xfrm>
            <a:off x="1508760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5" name="Rectangle 414"/>
          <p:cNvSpPr/>
          <p:nvPr/>
        </p:nvSpPr>
        <p:spPr>
          <a:xfrm>
            <a:off x="1650492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6" name="Rectangle 415"/>
          <p:cNvSpPr/>
          <p:nvPr/>
        </p:nvSpPr>
        <p:spPr>
          <a:xfrm>
            <a:off x="658368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7" name="Rectangle 416"/>
          <p:cNvSpPr/>
          <p:nvPr/>
        </p:nvSpPr>
        <p:spPr>
          <a:xfrm>
            <a:off x="800100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8" name="Rectangle 417"/>
          <p:cNvSpPr/>
          <p:nvPr/>
        </p:nvSpPr>
        <p:spPr>
          <a:xfrm>
            <a:off x="941832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9" name="Rectangle 418"/>
          <p:cNvSpPr/>
          <p:nvPr/>
        </p:nvSpPr>
        <p:spPr>
          <a:xfrm>
            <a:off x="1083564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0" name="Rectangle 419"/>
          <p:cNvSpPr/>
          <p:nvPr/>
        </p:nvSpPr>
        <p:spPr>
          <a:xfrm>
            <a:off x="1225295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1" name="Rectangle 420"/>
          <p:cNvSpPr/>
          <p:nvPr/>
        </p:nvSpPr>
        <p:spPr>
          <a:xfrm>
            <a:off x="1367028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2" name="Rectangle 421"/>
          <p:cNvSpPr/>
          <p:nvPr/>
        </p:nvSpPr>
        <p:spPr>
          <a:xfrm>
            <a:off x="1508760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3" name="Rectangle 422"/>
          <p:cNvSpPr/>
          <p:nvPr/>
        </p:nvSpPr>
        <p:spPr>
          <a:xfrm>
            <a:off x="1650492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4" name="Rectangle 423"/>
          <p:cNvSpPr/>
          <p:nvPr/>
        </p:nvSpPr>
        <p:spPr>
          <a:xfrm>
            <a:off x="658368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5" name="Rectangle 424"/>
          <p:cNvSpPr/>
          <p:nvPr/>
        </p:nvSpPr>
        <p:spPr>
          <a:xfrm>
            <a:off x="800100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6" name="Rectangle 425"/>
          <p:cNvSpPr/>
          <p:nvPr/>
        </p:nvSpPr>
        <p:spPr>
          <a:xfrm>
            <a:off x="941832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7" name="Rectangle 426"/>
          <p:cNvSpPr/>
          <p:nvPr/>
        </p:nvSpPr>
        <p:spPr>
          <a:xfrm>
            <a:off x="1083564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8" name="Rectangle 427"/>
          <p:cNvSpPr/>
          <p:nvPr/>
        </p:nvSpPr>
        <p:spPr>
          <a:xfrm>
            <a:off x="1225295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9" name="Rectangle 428"/>
          <p:cNvSpPr/>
          <p:nvPr/>
        </p:nvSpPr>
        <p:spPr>
          <a:xfrm>
            <a:off x="1367028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0" name="Rectangle 429"/>
          <p:cNvSpPr/>
          <p:nvPr/>
        </p:nvSpPr>
        <p:spPr>
          <a:xfrm>
            <a:off x="1508760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1" name="Rectangle 430"/>
          <p:cNvSpPr/>
          <p:nvPr/>
        </p:nvSpPr>
        <p:spPr>
          <a:xfrm>
            <a:off x="1650492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2" name="Rectangle 431"/>
          <p:cNvSpPr/>
          <p:nvPr/>
        </p:nvSpPr>
        <p:spPr>
          <a:xfrm>
            <a:off x="1367028" y="4764024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3" name="Rectangle 432"/>
          <p:cNvSpPr/>
          <p:nvPr/>
        </p:nvSpPr>
        <p:spPr>
          <a:xfrm>
            <a:off x="941832" y="4764024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4" name="TextBox 433"/>
          <p:cNvSpPr txBox="1"/>
          <p:nvPr/>
        </p:nvSpPr>
        <p:spPr>
          <a:xfrm>
            <a:off x="658368" y="5687568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77 · 등줄기 41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오른쪽 확장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0.99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2853613" y="4023360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7. 등줄기 가동</a:t>
            </a:r>
          </a:p>
        </p:txBody>
      </p:sp>
      <p:sp>
        <p:nvSpPr>
          <p:cNvPr id="436" name="TextBox 435"/>
          <p:cNvSpPr txBox="1"/>
          <p:nvPr/>
        </p:nvSpPr>
        <p:spPr>
          <a:xfrm>
            <a:off x="2853613" y="423367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9.7% · 616개</a:t>
            </a:r>
          </a:p>
        </p:txBody>
      </p:sp>
      <p:sp>
        <p:nvSpPr>
          <p:cNvPr id="437" name="Rectangle 436"/>
          <p:cNvSpPr/>
          <p:nvPr/>
        </p:nvSpPr>
        <p:spPr>
          <a:xfrm>
            <a:off x="2853613" y="448056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8" name="Rectangle 437"/>
          <p:cNvSpPr/>
          <p:nvPr/>
        </p:nvSpPr>
        <p:spPr>
          <a:xfrm>
            <a:off x="299534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9" name="Rectangle 438"/>
          <p:cNvSpPr/>
          <p:nvPr/>
        </p:nvSpPr>
        <p:spPr>
          <a:xfrm>
            <a:off x="3137077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0" name="Rectangle 439"/>
          <p:cNvSpPr/>
          <p:nvPr/>
        </p:nvSpPr>
        <p:spPr>
          <a:xfrm>
            <a:off x="3278809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1" name="Rectangle 440"/>
          <p:cNvSpPr/>
          <p:nvPr/>
        </p:nvSpPr>
        <p:spPr>
          <a:xfrm>
            <a:off x="3420541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2" name="Rectangle 441"/>
          <p:cNvSpPr/>
          <p:nvPr/>
        </p:nvSpPr>
        <p:spPr>
          <a:xfrm>
            <a:off x="3562273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3" name="Rectangle 442"/>
          <p:cNvSpPr/>
          <p:nvPr/>
        </p:nvSpPr>
        <p:spPr>
          <a:xfrm>
            <a:off x="370400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4" name="Rectangle 443"/>
          <p:cNvSpPr/>
          <p:nvPr/>
        </p:nvSpPr>
        <p:spPr>
          <a:xfrm>
            <a:off x="3845737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5" name="Rectangle 444"/>
          <p:cNvSpPr/>
          <p:nvPr/>
        </p:nvSpPr>
        <p:spPr>
          <a:xfrm>
            <a:off x="2853613" y="46222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6" name="Rectangle 445"/>
          <p:cNvSpPr/>
          <p:nvPr/>
        </p:nvSpPr>
        <p:spPr>
          <a:xfrm>
            <a:off x="2995345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7" name="Rectangle 446"/>
          <p:cNvSpPr/>
          <p:nvPr/>
        </p:nvSpPr>
        <p:spPr>
          <a:xfrm>
            <a:off x="3137077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8" name="Rectangle 447"/>
          <p:cNvSpPr/>
          <p:nvPr/>
        </p:nvSpPr>
        <p:spPr>
          <a:xfrm>
            <a:off x="3278809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9" name="Rectangle 448"/>
          <p:cNvSpPr/>
          <p:nvPr/>
        </p:nvSpPr>
        <p:spPr>
          <a:xfrm>
            <a:off x="3420541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0" name="Rectangle 449"/>
          <p:cNvSpPr/>
          <p:nvPr/>
        </p:nvSpPr>
        <p:spPr>
          <a:xfrm>
            <a:off x="3562273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1" name="Rectangle 450"/>
          <p:cNvSpPr/>
          <p:nvPr/>
        </p:nvSpPr>
        <p:spPr>
          <a:xfrm>
            <a:off x="3704005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2" name="Rectangle 451"/>
          <p:cNvSpPr/>
          <p:nvPr/>
        </p:nvSpPr>
        <p:spPr>
          <a:xfrm>
            <a:off x="3845737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3" name="Rectangle 452"/>
          <p:cNvSpPr/>
          <p:nvPr/>
        </p:nvSpPr>
        <p:spPr>
          <a:xfrm>
            <a:off x="2853613" y="476402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4" name="Rectangle 453"/>
          <p:cNvSpPr/>
          <p:nvPr/>
        </p:nvSpPr>
        <p:spPr>
          <a:xfrm>
            <a:off x="2995345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5" name="Rectangle 454"/>
          <p:cNvSpPr/>
          <p:nvPr/>
        </p:nvSpPr>
        <p:spPr>
          <a:xfrm>
            <a:off x="3137077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6" name="Rectangle 455"/>
          <p:cNvSpPr/>
          <p:nvPr/>
        </p:nvSpPr>
        <p:spPr>
          <a:xfrm>
            <a:off x="3278809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7" name="Rectangle 456"/>
          <p:cNvSpPr/>
          <p:nvPr/>
        </p:nvSpPr>
        <p:spPr>
          <a:xfrm>
            <a:off x="3420541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8" name="Rectangle 457"/>
          <p:cNvSpPr/>
          <p:nvPr/>
        </p:nvSpPr>
        <p:spPr>
          <a:xfrm>
            <a:off x="3562273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9" name="Rectangle 458"/>
          <p:cNvSpPr/>
          <p:nvPr/>
        </p:nvSpPr>
        <p:spPr>
          <a:xfrm>
            <a:off x="3704005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0" name="Rectangle 459"/>
          <p:cNvSpPr/>
          <p:nvPr/>
        </p:nvSpPr>
        <p:spPr>
          <a:xfrm>
            <a:off x="3845737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1" name="Rectangle 460"/>
          <p:cNvSpPr/>
          <p:nvPr/>
        </p:nvSpPr>
        <p:spPr>
          <a:xfrm>
            <a:off x="2853613" y="4905756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2" name="Rectangle 461"/>
          <p:cNvSpPr/>
          <p:nvPr/>
        </p:nvSpPr>
        <p:spPr>
          <a:xfrm>
            <a:off x="2995345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3" name="Rectangle 462"/>
          <p:cNvSpPr/>
          <p:nvPr/>
        </p:nvSpPr>
        <p:spPr>
          <a:xfrm>
            <a:off x="3137077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4" name="Rectangle 463"/>
          <p:cNvSpPr/>
          <p:nvPr/>
        </p:nvSpPr>
        <p:spPr>
          <a:xfrm>
            <a:off x="3278809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5" name="Rectangle 464"/>
          <p:cNvSpPr/>
          <p:nvPr/>
        </p:nvSpPr>
        <p:spPr>
          <a:xfrm>
            <a:off x="3420541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6" name="Rectangle 465"/>
          <p:cNvSpPr/>
          <p:nvPr/>
        </p:nvSpPr>
        <p:spPr>
          <a:xfrm>
            <a:off x="3562273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7" name="Rectangle 466"/>
          <p:cNvSpPr/>
          <p:nvPr/>
        </p:nvSpPr>
        <p:spPr>
          <a:xfrm>
            <a:off x="3704005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8" name="Rectangle 467"/>
          <p:cNvSpPr/>
          <p:nvPr/>
        </p:nvSpPr>
        <p:spPr>
          <a:xfrm>
            <a:off x="3845737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9" name="Rectangle 468"/>
          <p:cNvSpPr/>
          <p:nvPr/>
        </p:nvSpPr>
        <p:spPr>
          <a:xfrm>
            <a:off x="2853613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0" name="Rectangle 469"/>
          <p:cNvSpPr/>
          <p:nvPr/>
        </p:nvSpPr>
        <p:spPr>
          <a:xfrm>
            <a:off x="2995345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1" name="Rectangle 470"/>
          <p:cNvSpPr/>
          <p:nvPr/>
        </p:nvSpPr>
        <p:spPr>
          <a:xfrm>
            <a:off x="3137077" y="5047488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2" name="Rectangle 471"/>
          <p:cNvSpPr/>
          <p:nvPr/>
        </p:nvSpPr>
        <p:spPr>
          <a:xfrm>
            <a:off x="3278809" y="5047488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3" name="Rectangle 472"/>
          <p:cNvSpPr/>
          <p:nvPr/>
        </p:nvSpPr>
        <p:spPr>
          <a:xfrm>
            <a:off x="3420541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4" name="Rectangle 473"/>
          <p:cNvSpPr/>
          <p:nvPr/>
        </p:nvSpPr>
        <p:spPr>
          <a:xfrm>
            <a:off x="3562273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5" name="Rectangle 474"/>
          <p:cNvSpPr/>
          <p:nvPr/>
        </p:nvSpPr>
        <p:spPr>
          <a:xfrm>
            <a:off x="3704005" y="5047488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6" name="Rectangle 475"/>
          <p:cNvSpPr/>
          <p:nvPr/>
        </p:nvSpPr>
        <p:spPr>
          <a:xfrm>
            <a:off x="3845737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7" name="Rectangle 476"/>
          <p:cNvSpPr/>
          <p:nvPr/>
        </p:nvSpPr>
        <p:spPr>
          <a:xfrm>
            <a:off x="2853613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8" name="Rectangle 477"/>
          <p:cNvSpPr/>
          <p:nvPr/>
        </p:nvSpPr>
        <p:spPr>
          <a:xfrm>
            <a:off x="2995345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9" name="Rectangle 478"/>
          <p:cNvSpPr/>
          <p:nvPr/>
        </p:nvSpPr>
        <p:spPr>
          <a:xfrm>
            <a:off x="3137077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0" name="Rectangle 479"/>
          <p:cNvSpPr/>
          <p:nvPr/>
        </p:nvSpPr>
        <p:spPr>
          <a:xfrm>
            <a:off x="3278809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1" name="Rectangle 480"/>
          <p:cNvSpPr/>
          <p:nvPr/>
        </p:nvSpPr>
        <p:spPr>
          <a:xfrm>
            <a:off x="3420541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2" name="Rectangle 481"/>
          <p:cNvSpPr/>
          <p:nvPr/>
        </p:nvSpPr>
        <p:spPr>
          <a:xfrm>
            <a:off x="3562273" y="5189220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3" name="Rectangle 482"/>
          <p:cNvSpPr/>
          <p:nvPr/>
        </p:nvSpPr>
        <p:spPr>
          <a:xfrm>
            <a:off x="3704005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4" name="Rectangle 483"/>
          <p:cNvSpPr/>
          <p:nvPr/>
        </p:nvSpPr>
        <p:spPr>
          <a:xfrm>
            <a:off x="3845737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5" name="Rectangle 484"/>
          <p:cNvSpPr/>
          <p:nvPr/>
        </p:nvSpPr>
        <p:spPr>
          <a:xfrm>
            <a:off x="2853613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6" name="Rectangle 485"/>
          <p:cNvSpPr/>
          <p:nvPr/>
        </p:nvSpPr>
        <p:spPr>
          <a:xfrm>
            <a:off x="2995345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7" name="Rectangle 486"/>
          <p:cNvSpPr/>
          <p:nvPr/>
        </p:nvSpPr>
        <p:spPr>
          <a:xfrm>
            <a:off x="3137077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8" name="Rectangle 487"/>
          <p:cNvSpPr/>
          <p:nvPr/>
        </p:nvSpPr>
        <p:spPr>
          <a:xfrm>
            <a:off x="3278809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9" name="Rectangle 488"/>
          <p:cNvSpPr/>
          <p:nvPr/>
        </p:nvSpPr>
        <p:spPr>
          <a:xfrm>
            <a:off x="3420541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0" name="Rectangle 489"/>
          <p:cNvSpPr/>
          <p:nvPr/>
        </p:nvSpPr>
        <p:spPr>
          <a:xfrm>
            <a:off x="3562273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1" name="Rectangle 490"/>
          <p:cNvSpPr/>
          <p:nvPr/>
        </p:nvSpPr>
        <p:spPr>
          <a:xfrm>
            <a:off x="3704005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2" name="Rectangle 491"/>
          <p:cNvSpPr/>
          <p:nvPr/>
        </p:nvSpPr>
        <p:spPr>
          <a:xfrm>
            <a:off x="3845737" y="5330952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3" name="Rectangle 492"/>
          <p:cNvSpPr/>
          <p:nvPr/>
        </p:nvSpPr>
        <p:spPr>
          <a:xfrm>
            <a:off x="2853613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4" name="Rectangle 493"/>
          <p:cNvSpPr/>
          <p:nvPr/>
        </p:nvSpPr>
        <p:spPr>
          <a:xfrm>
            <a:off x="2995345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5" name="Rectangle 494"/>
          <p:cNvSpPr/>
          <p:nvPr/>
        </p:nvSpPr>
        <p:spPr>
          <a:xfrm>
            <a:off x="3137077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6" name="Rectangle 495"/>
          <p:cNvSpPr/>
          <p:nvPr/>
        </p:nvSpPr>
        <p:spPr>
          <a:xfrm>
            <a:off x="3278809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7" name="Rectangle 496"/>
          <p:cNvSpPr/>
          <p:nvPr/>
        </p:nvSpPr>
        <p:spPr>
          <a:xfrm>
            <a:off x="3420541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8" name="Rectangle 497"/>
          <p:cNvSpPr/>
          <p:nvPr/>
        </p:nvSpPr>
        <p:spPr>
          <a:xfrm>
            <a:off x="3562273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9" name="Rectangle 498"/>
          <p:cNvSpPr/>
          <p:nvPr/>
        </p:nvSpPr>
        <p:spPr>
          <a:xfrm>
            <a:off x="3704005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0" name="Rectangle 499"/>
          <p:cNvSpPr/>
          <p:nvPr/>
        </p:nvSpPr>
        <p:spPr>
          <a:xfrm>
            <a:off x="3845737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1" name="Rectangle 500"/>
          <p:cNvSpPr/>
          <p:nvPr/>
        </p:nvSpPr>
        <p:spPr>
          <a:xfrm>
            <a:off x="3562273" y="4764024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2" name="Rectangle 501"/>
          <p:cNvSpPr/>
          <p:nvPr/>
        </p:nvSpPr>
        <p:spPr>
          <a:xfrm>
            <a:off x="3137077" y="4764024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3" name="TextBox 502"/>
          <p:cNvSpPr txBox="1"/>
          <p:nvPr/>
        </p:nvSpPr>
        <p:spPr>
          <a:xfrm>
            <a:off x="2853613" y="5687568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70 · 등줄기 74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등줄기 가동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504" name="TextBox 503"/>
          <p:cNvSpPr txBox="1"/>
          <p:nvPr/>
        </p:nvSpPr>
        <p:spPr>
          <a:xfrm>
            <a:off x="5048859" y="4023360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8. 오른쪽 세로 확장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5048859" y="423367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3.8% · 244개</a:t>
            </a:r>
          </a:p>
        </p:txBody>
      </p:sp>
      <p:sp>
        <p:nvSpPr>
          <p:cNvPr id="506" name="Rectangle 505"/>
          <p:cNvSpPr/>
          <p:nvPr/>
        </p:nvSpPr>
        <p:spPr>
          <a:xfrm>
            <a:off x="5048859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7" name="Rectangle 506"/>
          <p:cNvSpPr/>
          <p:nvPr/>
        </p:nvSpPr>
        <p:spPr>
          <a:xfrm>
            <a:off x="5190591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8" name="Rectangle 507"/>
          <p:cNvSpPr/>
          <p:nvPr/>
        </p:nvSpPr>
        <p:spPr>
          <a:xfrm>
            <a:off x="5332323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9" name="Rectangle 508"/>
          <p:cNvSpPr/>
          <p:nvPr/>
        </p:nvSpPr>
        <p:spPr>
          <a:xfrm>
            <a:off x="547405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0" name="Rectangle 509"/>
          <p:cNvSpPr/>
          <p:nvPr/>
        </p:nvSpPr>
        <p:spPr>
          <a:xfrm>
            <a:off x="5615787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1" name="Rectangle 510"/>
          <p:cNvSpPr/>
          <p:nvPr/>
        </p:nvSpPr>
        <p:spPr>
          <a:xfrm>
            <a:off x="5757519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2" name="Rectangle 511"/>
          <p:cNvSpPr/>
          <p:nvPr/>
        </p:nvSpPr>
        <p:spPr>
          <a:xfrm>
            <a:off x="5899251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3" name="Rectangle 512"/>
          <p:cNvSpPr/>
          <p:nvPr/>
        </p:nvSpPr>
        <p:spPr>
          <a:xfrm>
            <a:off x="6040983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4" name="Rectangle 513"/>
          <p:cNvSpPr/>
          <p:nvPr/>
        </p:nvSpPr>
        <p:spPr>
          <a:xfrm>
            <a:off x="5048859" y="46222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5" name="Rectangle 514"/>
          <p:cNvSpPr/>
          <p:nvPr/>
        </p:nvSpPr>
        <p:spPr>
          <a:xfrm>
            <a:off x="5190591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6" name="Rectangle 515"/>
          <p:cNvSpPr/>
          <p:nvPr/>
        </p:nvSpPr>
        <p:spPr>
          <a:xfrm>
            <a:off x="5332323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7" name="Rectangle 516"/>
          <p:cNvSpPr/>
          <p:nvPr/>
        </p:nvSpPr>
        <p:spPr>
          <a:xfrm>
            <a:off x="5474055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8" name="Rectangle 517"/>
          <p:cNvSpPr/>
          <p:nvPr/>
        </p:nvSpPr>
        <p:spPr>
          <a:xfrm>
            <a:off x="5615787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9" name="Rectangle 518"/>
          <p:cNvSpPr/>
          <p:nvPr/>
        </p:nvSpPr>
        <p:spPr>
          <a:xfrm>
            <a:off x="5757519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0" name="Rectangle 519"/>
          <p:cNvSpPr/>
          <p:nvPr/>
        </p:nvSpPr>
        <p:spPr>
          <a:xfrm>
            <a:off x="5899251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1" name="Rectangle 520"/>
          <p:cNvSpPr/>
          <p:nvPr/>
        </p:nvSpPr>
        <p:spPr>
          <a:xfrm>
            <a:off x="6040983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2" name="Rectangle 521"/>
          <p:cNvSpPr/>
          <p:nvPr/>
        </p:nvSpPr>
        <p:spPr>
          <a:xfrm>
            <a:off x="5048859" y="47640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3" name="Rectangle 522"/>
          <p:cNvSpPr/>
          <p:nvPr/>
        </p:nvSpPr>
        <p:spPr>
          <a:xfrm>
            <a:off x="5190591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4" name="Rectangle 523"/>
          <p:cNvSpPr/>
          <p:nvPr/>
        </p:nvSpPr>
        <p:spPr>
          <a:xfrm>
            <a:off x="5332323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5" name="Rectangle 524"/>
          <p:cNvSpPr/>
          <p:nvPr/>
        </p:nvSpPr>
        <p:spPr>
          <a:xfrm>
            <a:off x="5474055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6" name="Rectangle 525"/>
          <p:cNvSpPr/>
          <p:nvPr/>
        </p:nvSpPr>
        <p:spPr>
          <a:xfrm>
            <a:off x="5615787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7" name="Rectangle 526"/>
          <p:cNvSpPr/>
          <p:nvPr/>
        </p:nvSpPr>
        <p:spPr>
          <a:xfrm>
            <a:off x="5757519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8" name="Rectangle 527"/>
          <p:cNvSpPr/>
          <p:nvPr/>
        </p:nvSpPr>
        <p:spPr>
          <a:xfrm>
            <a:off x="5899251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9" name="Rectangle 528"/>
          <p:cNvSpPr/>
          <p:nvPr/>
        </p:nvSpPr>
        <p:spPr>
          <a:xfrm>
            <a:off x="6040983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0" name="Rectangle 529"/>
          <p:cNvSpPr/>
          <p:nvPr/>
        </p:nvSpPr>
        <p:spPr>
          <a:xfrm>
            <a:off x="5048859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1" name="Rectangle 530"/>
          <p:cNvSpPr/>
          <p:nvPr/>
        </p:nvSpPr>
        <p:spPr>
          <a:xfrm>
            <a:off x="5190591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2" name="Rectangle 531"/>
          <p:cNvSpPr/>
          <p:nvPr/>
        </p:nvSpPr>
        <p:spPr>
          <a:xfrm>
            <a:off x="5332323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3" name="Rectangle 532"/>
          <p:cNvSpPr/>
          <p:nvPr/>
        </p:nvSpPr>
        <p:spPr>
          <a:xfrm>
            <a:off x="5474055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4" name="Rectangle 533"/>
          <p:cNvSpPr/>
          <p:nvPr/>
        </p:nvSpPr>
        <p:spPr>
          <a:xfrm>
            <a:off x="5615787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5" name="Rectangle 534"/>
          <p:cNvSpPr/>
          <p:nvPr/>
        </p:nvSpPr>
        <p:spPr>
          <a:xfrm>
            <a:off x="5757519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6" name="Rectangle 535"/>
          <p:cNvSpPr/>
          <p:nvPr/>
        </p:nvSpPr>
        <p:spPr>
          <a:xfrm>
            <a:off x="5899251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7" name="Rectangle 536"/>
          <p:cNvSpPr/>
          <p:nvPr/>
        </p:nvSpPr>
        <p:spPr>
          <a:xfrm>
            <a:off x="6040983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8" name="Rectangle 537"/>
          <p:cNvSpPr/>
          <p:nvPr/>
        </p:nvSpPr>
        <p:spPr>
          <a:xfrm>
            <a:off x="5048859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9" name="Rectangle 538"/>
          <p:cNvSpPr/>
          <p:nvPr/>
        </p:nvSpPr>
        <p:spPr>
          <a:xfrm>
            <a:off x="5190591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0" name="Rectangle 539"/>
          <p:cNvSpPr/>
          <p:nvPr/>
        </p:nvSpPr>
        <p:spPr>
          <a:xfrm>
            <a:off x="5332323" y="5047488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1" name="Rectangle 540"/>
          <p:cNvSpPr/>
          <p:nvPr/>
        </p:nvSpPr>
        <p:spPr>
          <a:xfrm>
            <a:off x="5474055" y="5047488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2" name="Rectangle 541"/>
          <p:cNvSpPr/>
          <p:nvPr/>
        </p:nvSpPr>
        <p:spPr>
          <a:xfrm>
            <a:off x="5615787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3" name="Rectangle 542"/>
          <p:cNvSpPr/>
          <p:nvPr/>
        </p:nvSpPr>
        <p:spPr>
          <a:xfrm>
            <a:off x="5757519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4" name="Rectangle 543"/>
          <p:cNvSpPr/>
          <p:nvPr/>
        </p:nvSpPr>
        <p:spPr>
          <a:xfrm>
            <a:off x="5899251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5" name="Rectangle 544"/>
          <p:cNvSpPr/>
          <p:nvPr/>
        </p:nvSpPr>
        <p:spPr>
          <a:xfrm>
            <a:off x="6040983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6" name="Rectangle 545"/>
          <p:cNvSpPr/>
          <p:nvPr/>
        </p:nvSpPr>
        <p:spPr>
          <a:xfrm>
            <a:off x="5048859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7" name="Rectangle 546"/>
          <p:cNvSpPr/>
          <p:nvPr/>
        </p:nvSpPr>
        <p:spPr>
          <a:xfrm>
            <a:off x="5190591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8" name="Rectangle 547"/>
          <p:cNvSpPr/>
          <p:nvPr/>
        </p:nvSpPr>
        <p:spPr>
          <a:xfrm>
            <a:off x="5332323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9" name="Rectangle 548"/>
          <p:cNvSpPr/>
          <p:nvPr/>
        </p:nvSpPr>
        <p:spPr>
          <a:xfrm>
            <a:off x="5474055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0" name="Rectangle 549"/>
          <p:cNvSpPr/>
          <p:nvPr/>
        </p:nvSpPr>
        <p:spPr>
          <a:xfrm>
            <a:off x="5615787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1" name="Rectangle 550"/>
          <p:cNvSpPr/>
          <p:nvPr/>
        </p:nvSpPr>
        <p:spPr>
          <a:xfrm>
            <a:off x="5757519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2" name="Rectangle 551"/>
          <p:cNvSpPr/>
          <p:nvPr/>
        </p:nvSpPr>
        <p:spPr>
          <a:xfrm>
            <a:off x="5899251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3" name="Rectangle 552"/>
          <p:cNvSpPr/>
          <p:nvPr/>
        </p:nvSpPr>
        <p:spPr>
          <a:xfrm>
            <a:off x="6040983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4" name="Rectangle 553"/>
          <p:cNvSpPr/>
          <p:nvPr/>
        </p:nvSpPr>
        <p:spPr>
          <a:xfrm>
            <a:off x="5048859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5" name="Rectangle 554"/>
          <p:cNvSpPr/>
          <p:nvPr/>
        </p:nvSpPr>
        <p:spPr>
          <a:xfrm>
            <a:off x="5190591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6" name="Rectangle 555"/>
          <p:cNvSpPr/>
          <p:nvPr/>
        </p:nvSpPr>
        <p:spPr>
          <a:xfrm>
            <a:off x="5332323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7" name="Rectangle 556"/>
          <p:cNvSpPr/>
          <p:nvPr/>
        </p:nvSpPr>
        <p:spPr>
          <a:xfrm>
            <a:off x="5474055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8" name="Rectangle 557"/>
          <p:cNvSpPr/>
          <p:nvPr/>
        </p:nvSpPr>
        <p:spPr>
          <a:xfrm>
            <a:off x="5615787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9" name="Rectangle 558"/>
          <p:cNvSpPr/>
          <p:nvPr/>
        </p:nvSpPr>
        <p:spPr>
          <a:xfrm>
            <a:off x="5757519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0" name="Rectangle 559"/>
          <p:cNvSpPr/>
          <p:nvPr/>
        </p:nvSpPr>
        <p:spPr>
          <a:xfrm>
            <a:off x="5899251" y="533095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1" name="Rectangle 560"/>
          <p:cNvSpPr/>
          <p:nvPr/>
        </p:nvSpPr>
        <p:spPr>
          <a:xfrm>
            <a:off x="6040983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2" name="Rectangle 561"/>
          <p:cNvSpPr/>
          <p:nvPr/>
        </p:nvSpPr>
        <p:spPr>
          <a:xfrm>
            <a:off x="5048859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3" name="Rectangle 562"/>
          <p:cNvSpPr/>
          <p:nvPr/>
        </p:nvSpPr>
        <p:spPr>
          <a:xfrm>
            <a:off x="5190591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4" name="Rectangle 563"/>
          <p:cNvSpPr/>
          <p:nvPr/>
        </p:nvSpPr>
        <p:spPr>
          <a:xfrm>
            <a:off x="5332323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5" name="Rectangle 564"/>
          <p:cNvSpPr/>
          <p:nvPr/>
        </p:nvSpPr>
        <p:spPr>
          <a:xfrm>
            <a:off x="5474055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6" name="Rectangle 565"/>
          <p:cNvSpPr/>
          <p:nvPr/>
        </p:nvSpPr>
        <p:spPr>
          <a:xfrm>
            <a:off x="5615787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7" name="Rectangle 566"/>
          <p:cNvSpPr/>
          <p:nvPr/>
        </p:nvSpPr>
        <p:spPr>
          <a:xfrm>
            <a:off x="5757519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8" name="Rectangle 567"/>
          <p:cNvSpPr/>
          <p:nvPr/>
        </p:nvSpPr>
        <p:spPr>
          <a:xfrm>
            <a:off x="5899251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9" name="Rectangle 568"/>
          <p:cNvSpPr/>
          <p:nvPr/>
        </p:nvSpPr>
        <p:spPr>
          <a:xfrm>
            <a:off x="6040983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0" name="Rectangle 569"/>
          <p:cNvSpPr/>
          <p:nvPr/>
        </p:nvSpPr>
        <p:spPr>
          <a:xfrm>
            <a:off x="5757519" y="4764024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1" name="Rectangle 570"/>
          <p:cNvSpPr/>
          <p:nvPr/>
        </p:nvSpPr>
        <p:spPr>
          <a:xfrm>
            <a:off x="5332323" y="4764024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2" name="Rectangle 571"/>
          <p:cNvSpPr/>
          <p:nvPr/>
        </p:nvSpPr>
        <p:spPr>
          <a:xfrm>
            <a:off x="5003139" y="4434840"/>
            <a:ext cx="1225296" cy="1225296"/>
          </a:xfrm>
          <a:prstGeom prst="rect">
            <a:avLst/>
          </a:prstGeom>
          <a:noFill/>
          <a:ln w="31750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3" name="TextBox 572"/>
          <p:cNvSpPr txBox="1"/>
          <p:nvPr/>
        </p:nvSpPr>
        <p:spPr>
          <a:xfrm>
            <a:off x="5048859" y="5687568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80 · 등줄기 71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새 무늬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0.93</a:t>
            </a:r>
          </a:p>
        </p:txBody>
      </p:sp>
      <p:sp>
        <p:nvSpPr>
          <p:cNvPr id="574" name="TextBox 573"/>
          <p:cNvSpPr txBox="1"/>
          <p:nvPr/>
        </p:nvSpPr>
        <p:spPr>
          <a:xfrm>
            <a:off x="7244105" y="4023360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9. 등줄기 강함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7244105" y="423367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3.9% · 251개</a:t>
            </a:r>
          </a:p>
        </p:txBody>
      </p:sp>
      <p:sp>
        <p:nvSpPr>
          <p:cNvPr id="576" name="Rectangle 575"/>
          <p:cNvSpPr/>
          <p:nvPr/>
        </p:nvSpPr>
        <p:spPr>
          <a:xfrm>
            <a:off x="724410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7" name="Rectangle 576"/>
          <p:cNvSpPr/>
          <p:nvPr/>
        </p:nvSpPr>
        <p:spPr>
          <a:xfrm>
            <a:off x="7385837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8" name="Rectangle 577"/>
          <p:cNvSpPr/>
          <p:nvPr/>
        </p:nvSpPr>
        <p:spPr>
          <a:xfrm>
            <a:off x="7527569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9" name="Rectangle 578"/>
          <p:cNvSpPr/>
          <p:nvPr/>
        </p:nvSpPr>
        <p:spPr>
          <a:xfrm>
            <a:off x="7669301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0" name="Rectangle 579"/>
          <p:cNvSpPr/>
          <p:nvPr/>
        </p:nvSpPr>
        <p:spPr>
          <a:xfrm>
            <a:off x="7811033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1" name="Rectangle 580"/>
          <p:cNvSpPr/>
          <p:nvPr/>
        </p:nvSpPr>
        <p:spPr>
          <a:xfrm>
            <a:off x="795276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2" name="Rectangle 581"/>
          <p:cNvSpPr/>
          <p:nvPr/>
        </p:nvSpPr>
        <p:spPr>
          <a:xfrm>
            <a:off x="8094497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3" name="Rectangle 582"/>
          <p:cNvSpPr/>
          <p:nvPr/>
        </p:nvSpPr>
        <p:spPr>
          <a:xfrm>
            <a:off x="8236229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4" name="Rectangle 583"/>
          <p:cNvSpPr/>
          <p:nvPr/>
        </p:nvSpPr>
        <p:spPr>
          <a:xfrm>
            <a:off x="7244105" y="462229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5" name="Rectangle 584"/>
          <p:cNvSpPr/>
          <p:nvPr/>
        </p:nvSpPr>
        <p:spPr>
          <a:xfrm>
            <a:off x="7385837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6" name="Rectangle 585"/>
          <p:cNvSpPr/>
          <p:nvPr/>
        </p:nvSpPr>
        <p:spPr>
          <a:xfrm>
            <a:off x="7527569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7" name="Rectangle 586"/>
          <p:cNvSpPr/>
          <p:nvPr/>
        </p:nvSpPr>
        <p:spPr>
          <a:xfrm>
            <a:off x="7669301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8" name="Rectangle 587"/>
          <p:cNvSpPr/>
          <p:nvPr/>
        </p:nvSpPr>
        <p:spPr>
          <a:xfrm>
            <a:off x="7811033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9" name="Rectangle 588"/>
          <p:cNvSpPr/>
          <p:nvPr/>
        </p:nvSpPr>
        <p:spPr>
          <a:xfrm>
            <a:off x="7952765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0" name="Rectangle 589"/>
          <p:cNvSpPr/>
          <p:nvPr/>
        </p:nvSpPr>
        <p:spPr>
          <a:xfrm>
            <a:off x="8094497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1" name="Rectangle 590"/>
          <p:cNvSpPr/>
          <p:nvPr/>
        </p:nvSpPr>
        <p:spPr>
          <a:xfrm>
            <a:off x="8236229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2" name="Rectangle 591"/>
          <p:cNvSpPr/>
          <p:nvPr/>
        </p:nvSpPr>
        <p:spPr>
          <a:xfrm>
            <a:off x="7244105" y="47640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3" name="Rectangle 592"/>
          <p:cNvSpPr/>
          <p:nvPr/>
        </p:nvSpPr>
        <p:spPr>
          <a:xfrm>
            <a:off x="7385837" y="4764024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4" name="Rectangle 593"/>
          <p:cNvSpPr/>
          <p:nvPr/>
        </p:nvSpPr>
        <p:spPr>
          <a:xfrm>
            <a:off x="7527569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5" name="Rectangle 594"/>
          <p:cNvSpPr/>
          <p:nvPr/>
        </p:nvSpPr>
        <p:spPr>
          <a:xfrm>
            <a:off x="7669301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6" name="Rectangle 595"/>
          <p:cNvSpPr/>
          <p:nvPr/>
        </p:nvSpPr>
        <p:spPr>
          <a:xfrm>
            <a:off x="7811033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7" name="Rectangle 596"/>
          <p:cNvSpPr/>
          <p:nvPr/>
        </p:nvSpPr>
        <p:spPr>
          <a:xfrm>
            <a:off x="7952765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8" name="Rectangle 597"/>
          <p:cNvSpPr/>
          <p:nvPr/>
        </p:nvSpPr>
        <p:spPr>
          <a:xfrm>
            <a:off x="8094497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9" name="Rectangle 598"/>
          <p:cNvSpPr/>
          <p:nvPr/>
        </p:nvSpPr>
        <p:spPr>
          <a:xfrm>
            <a:off x="8236229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0" name="Rectangle 599"/>
          <p:cNvSpPr/>
          <p:nvPr/>
        </p:nvSpPr>
        <p:spPr>
          <a:xfrm>
            <a:off x="7244105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1" name="Rectangle 600"/>
          <p:cNvSpPr/>
          <p:nvPr/>
        </p:nvSpPr>
        <p:spPr>
          <a:xfrm>
            <a:off x="7385837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2" name="Rectangle 601"/>
          <p:cNvSpPr/>
          <p:nvPr/>
        </p:nvSpPr>
        <p:spPr>
          <a:xfrm>
            <a:off x="7527569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3" name="Rectangle 602"/>
          <p:cNvSpPr/>
          <p:nvPr/>
        </p:nvSpPr>
        <p:spPr>
          <a:xfrm>
            <a:off x="7669301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4" name="Rectangle 603"/>
          <p:cNvSpPr/>
          <p:nvPr/>
        </p:nvSpPr>
        <p:spPr>
          <a:xfrm>
            <a:off x="7811033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5" name="Rectangle 604"/>
          <p:cNvSpPr/>
          <p:nvPr/>
        </p:nvSpPr>
        <p:spPr>
          <a:xfrm>
            <a:off x="7952765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6" name="Rectangle 605"/>
          <p:cNvSpPr/>
          <p:nvPr/>
        </p:nvSpPr>
        <p:spPr>
          <a:xfrm>
            <a:off x="8094497" y="4905756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7" name="Rectangle 606"/>
          <p:cNvSpPr/>
          <p:nvPr/>
        </p:nvSpPr>
        <p:spPr>
          <a:xfrm>
            <a:off x="8236229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8" name="Rectangle 607"/>
          <p:cNvSpPr/>
          <p:nvPr/>
        </p:nvSpPr>
        <p:spPr>
          <a:xfrm>
            <a:off x="7244105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9" name="Rectangle 608"/>
          <p:cNvSpPr/>
          <p:nvPr/>
        </p:nvSpPr>
        <p:spPr>
          <a:xfrm>
            <a:off x="7385837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0" name="Rectangle 609"/>
          <p:cNvSpPr/>
          <p:nvPr/>
        </p:nvSpPr>
        <p:spPr>
          <a:xfrm>
            <a:off x="7527569" y="5047488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1" name="Rectangle 610"/>
          <p:cNvSpPr/>
          <p:nvPr/>
        </p:nvSpPr>
        <p:spPr>
          <a:xfrm>
            <a:off x="7669301" y="5047488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2" name="Rectangle 611"/>
          <p:cNvSpPr/>
          <p:nvPr/>
        </p:nvSpPr>
        <p:spPr>
          <a:xfrm>
            <a:off x="7811033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3" name="Rectangle 612"/>
          <p:cNvSpPr/>
          <p:nvPr/>
        </p:nvSpPr>
        <p:spPr>
          <a:xfrm>
            <a:off x="7952765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4" name="Rectangle 613"/>
          <p:cNvSpPr/>
          <p:nvPr/>
        </p:nvSpPr>
        <p:spPr>
          <a:xfrm>
            <a:off x="8094497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5" name="Rectangle 614"/>
          <p:cNvSpPr/>
          <p:nvPr/>
        </p:nvSpPr>
        <p:spPr>
          <a:xfrm>
            <a:off x="8236229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6" name="Rectangle 615"/>
          <p:cNvSpPr/>
          <p:nvPr/>
        </p:nvSpPr>
        <p:spPr>
          <a:xfrm>
            <a:off x="7244105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7" name="Rectangle 616"/>
          <p:cNvSpPr/>
          <p:nvPr/>
        </p:nvSpPr>
        <p:spPr>
          <a:xfrm>
            <a:off x="7385837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8" name="Rectangle 617"/>
          <p:cNvSpPr/>
          <p:nvPr/>
        </p:nvSpPr>
        <p:spPr>
          <a:xfrm>
            <a:off x="7527569" y="5189220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9" name="Rectangle 618"/>
          <p:cNvSpPr/>
          <p:nvPr/>
        </p:nvSpPr>
        <p:spPr>
          <a:xfrm>
            <a:off x="7669301" y="5189220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0" name="Rectangle 619"/>
          <p:cNvSpPr/>
          <p:nvPr/>
        </p:nvSpPr>
        <p:spPr>
          <a:xfrm>
            <a:off x="7811033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1" name="Rectangle 620"/>
          <p:cNvSpPr/>
          <p:nvPr/>
        </p:nvSpPr>
        <p:spPr>
          <a:xfrm>
            <a:off x="7952765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2" name="Rectangle 621"/>
          <p:cNvSpPr/>
          <p:nvPr/>
        </p:nvSpPr>
        <p:spPr>
          <a:xfrm>
            <a:off x="8094497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3" name="Rectangle 622"/>
          <p:cNvSpPr/>
          <p:nvPr/>
        </p:nvSpPr>
        <p:spPr>
          <a:xfrm>
            <a:off x="8236229" y="5189220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4" name="Rectangle 623"/>
          <p:cNvSpPr/>
          <p:nvPr/>
        </p:nvSpPr>
        <p:spPr>
          <a:xfrm>
            <a:off x="7244105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5" name="Rectangle 624"/>
          <p:cNvSpPr/>
          <p:nvPr/>
        </p:nvSpPr>
        <p:spPr>
          <a:xfrm>
            <a:off x="7385837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6" name="Rectangle 625"/>
          <p:cNvSpPr/>
          <p:nvPr/>
        </p:nvSpPr>
        <p:spPr>
          <a:xfrm>
            <a:off x="7527569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7" name="Rectangle 626"/>
          <p:cNvSpPr/>
          <p:nvPr/>
        </p:nvSpPr>
        <p:spPr>
          <a:xfrm>
            <a:off x="7669301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8" name="Rectangle 627"/>
          <p:cNvSpPr/>
          <p:nvPr/>
        </p:nvSpPr>
        <p:spPr>
          <a:xfrm>
            <a:off x="7811033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9" name="Rectangle 628"/>
          <p:cNvSpPr/>
          <p:nvPr/>
        </p:nvSpPr>
        <p:spPr>
          <a:xfrm>
            <a:off x="7952765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0" name="Rectangle 629"/>
          <p:cNvSpPr/>
          <p:nvPr/>
        </p:nvSpPr>
        <p:spPr>
          <a:xfrm>
            <a:off x="8094497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1" name="Rectangle 630"/>
          <p:cNvSpPr/>
          <p:nvPr/>
        </p:nvSpPr>
        <p:spPr>
          <a:xfrm>
            <a:off x="8236229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2" name="Rectangle 631"/>
          <p:cNvSpPr/>
          <p:nvPr/>
        </p:nvSpPr>
        <p:spPr>
          <a:xfrm>
            <a:off x="7244105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3" name="Rectangle 632"/>
          <p:cNvSpPr/>
          <p:nvPr/>
        </p:nvSpPr>
        <p:spPr>
          <a:xfrm>
            <a:off x="7385837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4" name="Rectangle 633"/>
          <p:cNvSpPr/>
          <p:nvPr/>
        </p:nvSpPr>
        <p:spPr>
          <a:xfrm>
            <a:off x="7527569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5" name="Rectangle 634"/>
          <p:cNvSpPr/>
          <p:nvPr/>
        </p:nvSpPr>
        <p:spPr>
          <a:xfrm>
            <a:off x="7669301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6" name="Rectangle 635"/>
          <p:cNvSpPr/>
          <p:nvPr/>
        </p:nvSpPr>
        <p:spPr>
          <a:xfrm>
            <a:off x="7811033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7" name="Rectangle 636"/>
          <p:cNvSpPr/>
          <p:nvPr/>
        </p:nvSpPr>
        <p:spPr>
          <a:xfrm>
            <a:off x="7952765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8" name="Rectangle 637"/>
          <p:cNvSpPr/>
          <p:nvPr/>
        </p:nvSpPr>
        <p:spPr>
          <a:xfrm>
            <a:off x="8094497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9" name="Rectangle 638"/>
          <p:cNvSpPr/>
          <p:nvPr/>
        </p:nvSpPr>
        <p:spPr>
          <a:xfrm>
            <a:off x="8236229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0" name="Rectangle 639"/>
          <p:cNvSpPr/>
          <p:nvPr/>
        </p:nvSpPr>
        <p:spPr>
          <a:xfrm>
            <a:off x="7952765" y="4764024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1" name="Rectangle 640"/>
          <p:cNvSpPr/>
          <p:nvPr/>
        </p:nvSpPr>
        <p:spPr>
          <a:xfrm>
            <a:off x="7527569" y="4764024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2" name="TextBox 641"/>
          <p:cNvSpPr txBox="1"/>
          <p:nvPr/>
        </p:nvSpPr>
        <p:spPr>
          <a:xfrm>
            <a:off x="7244105" y="5687568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77 · 등줄기 90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등줄기 가동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0.98</a:t>
            </a:r>
          </a:p>
        </p:txBody>
      </p:sp>
      <p:sp>
        <p:nvSpPr>
          <p:cNvPr id="643" name="TextBox 642"/>
          <p:cNvSpPr txBox="1"/>
          <p:nvPr/>
        </p:nvSpPr>
        <p:spPr>
          <a:xfrm>
            <a:off x="9439351" y="4023360"/>
            <a:ext cx="209397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10. 등줄기 과열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9439351" y="4233672"/>
            <a:ext cx="209397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4.0% · 256개</a:t>
            </a:r>
          </a:p>
        </p:txBody>
      </p:sp>
      <p:sp>
        <p:nvSpPr>
          <p:cNvPr id="645" name="Rectangle 644"/>
          <p:cNvSpPr/>
          <p:nvPr/>
        </p:nvSpPr>
        <p:spPr>
          <a:xfrm>
            <a:off x="9439351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6" name="Rectangle 645"/>
          <p:cNvSpPr/>
          <p:nvPr/>
        </p:nvSpPr>
        <p:spPr>
          <a:xfrm>
            <a:off x="9581083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7" name="Rectangle 646"/>
          <p:cNvSpPr/>
          <p:nvPr/>
        </p:nvSpPr>
        <p:spPr>
          <a:xfrm>
            <a:off x="9722815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8" name="Rectangle 647"/>
          <p:cNvSpPr/>
          <p:nvPr/>
        </p:nvSpPr>
        <p:spPr>
          <a:xfrm>
            <a:off x="9864547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9" name="Rectangle 648"/>
          <p:cNvSpPr/>
          <p:nvPr/>
        </p:nvSpPr>
        <p:spPr>
          <a:xfrm>
            <a:off x="10006279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0" name="Rectangle 649"/>
          <p:cNvSpPr/>
          <p:nvPr/>
        </p:nvSpPr>
        <p:spPr>
          <a:xfrm>
            <a:off x="10148011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1" name="Rectangle 650"/>
          <p:cNvSpPr/>
          <p:nvPr/>
        </p:nvSpPr>
        <p:spPr>
          <a:xfrm>
            <a:off x="10289743" y="448056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2" name="Rectangle 651"/>
          <p:cNvSpPr/>
          <p:nvPr/>
        </p:nvSpPr>
        <p:spPr>
          <a:xfrm>
            <a:off x="10431475" y="448056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3" name="Rectangle 652"/>
          <p:cNvSpPr/>
          <p:nvPr/>
        </p:nvSpPr>
        <p:spPr>
          <a:xfrm>
            <a:off x="9439351" y="462229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4" name="Rectangle 653"/>
          <p:cNvSpPr/>
          <p:nvPr/>
        </p:nvSpPr>
        <p:spPr>
          <a:xfrm>
            <a:off x="9581083" y="462229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5" name="Rectangle 654"/>
          <p:cNvSpPr/>
          <p:nvPr/>
        </p:nvSpPr>
        <p:spPr>
          <a:xfrm>
            <a:off x="9722815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6" name="Rectangle 655"/>
          <p:cNvSpPr/>
          <p:nvPr/>
        </p:nvSpPr>
        <p:spPr>
          <a:xfrm>
            <a:off x="9864547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7" name="Rectangle 656"/>
          <p:cNvSpPr/>
          <p:nvPr/>
        </p:nvSpPr>
        <p:spPr>
          <a:xfrm>
            <a:off x="10006279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8" name="Rectangle 657"/>
          <p:cNvSpPr/>
          <p:nvPr/>
        </p:nvSpPr>
        <p:spPr>
          <a:xfrm>
            <a:off x="10148011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9" name="Rectangle 658"/>
          <p:cNvSpPr/>
          <p:nvPr/>
        </p:nvSpPr>
        <p:spPr>
          <a:xfrm>
            <a:off x="10289743" y="4622292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0" name="Rectangle 659"/>
          <p:cNvSpPr/>
          <p:nvPr/>
        </p:nvSpPr>
        <p:spPr>
          <a:xfrm>
            <a:off x="10431475" y="4622292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1" name="Rectangle 660"/>
          <p:cNvSpPr/>
          <p:nvPr/>
        </p:nvSpPr>
        <p:spPr>
          <a:xfrm>
            <a:off x="9439351" y="476402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2" name="Rectangle 661"/>
          <p:cNvSpPr/>
          <p:nvPr/>
        </p:nvSpPr>
        <p:spPr>
          <a:xfrm>
            <a:off x="9581083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3" name="Rectangle 662"/>
          <p:cNvSpPr/>
          <p:nvPr/>
        </p:nvSpPr>
        <p:spPr>
          <a:xfrm>
            <a:off x="9722815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4" name="Rectangle 663"/>
          <p:cNvSpPr/>
          <p:nvPr/>
        </p:nvSpPr>
        <p:spPr>
          <a:xfrm>
            <a:off x="9864547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5" name="Rectangle 664"/>
          <p:cNvSpPr/>
          <p:nvPr/>
        </p:nvSpPr>
        <p:spPr>
          <a:xfrm>
            <a:off x="10006279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6" name="Rectangle 665"/>
          <p:cNvSpPr/>
          <p:nvPr/>
        </p:nvSpPr>
        <p:spPr>
          <a:xfrm>
            <a:off x="10148011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7" name="Rectangle 666"/>
          <p:cNvSpPr/>
          <p:nvPr/>
        </p:nvSpPr>
        <p:spPr>
          <a:xfrm>
            <a:off x="10289743" y="4764024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8" name="Rectangle 667"/>
          <p:cNvSpPr/>
          <p:nvPr/>
        </p:nvSpPr>
        <p:spPr>
          <a:xfrm>
            <a:off x="10431475" y="4764024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9" name="Rectangle 668"/>
          <p:cNvSpPr/>
          <p:nvPr/>
        </p:nvSpPr>
        <p:spPr>
          <a:xfrm>
            <a:off x="9439351" y="4905756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0" name="Rectangle 669"/>
          <p:cNvSpPr/>
          <p:nvPr/>
        </p:nvSpPr>
        <p:spPr>
          <a:xfrm>
            <a:off x="9581083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1" name="Rectangle 670"/>
          <p:cNvSpPr/>
          <p:nvPr/>
        </p:nvSpPr>
        <p:spPr>
          <a:xfrm>
            <a:off x="9722815" y="4905756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2" name="Rectangle 671"/>
          <p:cNvSpPr/>
          <p:nvPr/>
        </p:nvSpPr>
        <p:spPr>
          <a:xfrm>
            <a:off x="9864547" y="4905756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3" name="Rectangle 672"/>
          <p:cNvSpPr/>
          <p:nvPr/>
        </p:nvSpPr>
        <p:spPr>
          <a:xfrm>
            <a:off x="10006279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4" name="Rectangle 673"/>
          <p:cNvSpPr/>
          <p:nvPr/>
        </p:nvSpPr>
        <p:spPr>
          <a:xfrm>
            <a:off x="10148011" y="4905756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5" name="Rectangle 674"/>
          <p:cNvSpPr/>
          <p:nvPr/>
        </p:nvSpPr>
        <p:spPr>
          <a:xfrm>
            <a:off x="10289743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6" name="Rectangle 675"/>
          <p:cNvSpPr/>
          <p:nvPr/>
        </p:nvSpPr>
        <p:spPr>
          <a:xfrm>
            <a:off x="10431475" y="4905756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7" name="Rectangle 676"/>
          <p:cNvSpPr/>
          <p:nvPr/>
        </p:nvSpPr>
        <p:spPr>
          <a:xfrm>
            <a:off x="9439351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8" name="Rectangle 677"/>
          <p:cNvSpPr/>
          <p:nvPr/>
        </p:nvSpPr>
        <p:spPr>
          <a:xfrm>
            <a:off x="9581083" y="5047488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9" name="Rectangle 678"/>
          <p:cNvSpPr/>
          <p:nvPr/>
        </p:nvSpPr>
        <p:spPr>
          <a:xfrm>
            <a:off x="9722815" y="5047488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0" name="Rectangle 679"/>
          <p:cNvSpPr/>
          <p:nvPr/>
        </p:nvSpPr>
        <p:spPr>
          <a:xfrm>
            <a:off x="9864547" y="5047488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1" name="Rectangle 680"/>
          <p:cNvSpPr/>
          <p:nvPr/>
        </p:nvSpPr>
        <p:spPr>
          <a:xfrm>
            <a:off x="10006279" y="5047488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2" name="Rectangle 681"/>
          <p:cNvSpPr/>
          <p:nvPr/>
        </p:nvSpPr>
        <p:spPr>
          <a:xfrm>
            <a:off x="10148011" y="5047488"/>
            <a:ext cx="141732" cy="141732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3" name="Rectangle 682"/>
          <p:cNvSpPr/>
          <p:nvPr/>
        </p:nvSpPr>
        <p:spPr>
          <a:xfrm>
            <a:off x="10289743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4" name="Rectangle 683"/>
          <p:cNvSpPr/>
          <p:nvPr/>
        </p:nvSpPr>
        <p:spPr>
          <a:xfrm>
            <a:off x="10431475" y="5047488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5" name="Rectangle 684"/>
          <p:cNvSpPr/>
          <p:nvPr/>
        </p:nvSpPr>
        <p:spPr>
          <a:xfrm>
            <a:off x="9439351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6" name="Rectangle 685"/>
          <p:cNvSpPr/>
          <p:nvPr/>
        </p:nvSpPr>
        <p:spPr>
          <a:xfrm>
            <a:off x="9581083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7" name="Rectangle 686"/>
          <p:cNvSpPr/>
          <p:nvPr/>
        </p:nvSpPr>
        <p:spPr>
          <a:xfrm>
            <a:off x="9722815" y="5189220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8" name="Rectangle 687"/>
          <p:cNvSpPr/>
          <p:nvPr/>
        </p:nvSpPr>
        <p:spPr>
          <a:xfrm>
            <a:off x="9864547" y="5189220"/>
            <a:ext cx="141732" cy="141732"/>
          </a:xfrm>
          <a:prstGeom prst="rect">
            <a:avLst/>
          </a:prstGeom>
          <a:solidFill>
            <a:srgbClr val="6D270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9" name="Rectangle 688"/>
          <p:cNvSpPr/>
          <p:nvPr/>
        </p:nvSpPr>
        <p:spPr>
          <a:xfrm>
            <a:off x="10006279" y="5189220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0" name="Rectangle 689"/>
          <p:cNvSpPr/>
          <p:nvPr/>
        </p:nvSpPr>
        <p:spPr>
          <a:xfrm>
            <a:off x="10148011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1" name="Rectangle 690"/>
          <p:cNvSpPr/>
          <p:nvPr/>
        </p:nvSpPr>
        <p:spPr>
          <a:xfrm>
            <a:off x="10289743" y="5189220"/>
            <a:ext cx="141732" cy="141732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2" name="Rectangle 691"/>
          <p:cNvSpPr/>
          <p:nvPr/>
        </p:nvSpPr>
        <p:spPr>
          <a:xfrm>
            <a:off x="10431475" y="5189220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3" name="Rectangle 692"/>
          <p:cNvSpPr/>
          <p:nvPr/>
        </p:nvSpPr>
        <p:spPr>
          <a:xfrm>
            <a:off x="9439351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4" name="Rectangle 693"/>
          <p:cNvSpPr/>
          <p:nvPr/>
        </p:nvSpPr>
        <p:spPr>
          <a:xfrm>
            <a:off x="9581083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5" name="Rectangle 694"/>
          <p:cNvSpPr/>
          <p:nvPr/>
        </p:nvSpPr>
        <p:spPr>
          <a:xfrm>
            <a:off x="9722815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6" name="Rectangle 695"/>
          <p:cNvSpPr/>
          <p:nvPr/>
        </p:nvSpPr>
        <p:spPr>
          <a:xfrm>
            <a:off x="9864547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7" name="Rectangle 696"/>
          <p:cNvSpPr/>
          <p:nvPr/>
        </p:nvSpPr>
        <p:spPr>
          <a:xfrm>
            <a:off x="10006279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8" name="Rectangle 697"/>
          <p:cNvSpPr/>
          <p:nvPr/>
        </p:nvSpPr>
        <p:spPr>
          <a:xfrm>
            <a:off x="10148011" y="5330952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9" name="Rectangle 698"/>
          <p:cNvSpPr/>
          <p:nvPr/>
        </p:nvSpPr>
        <p:spPr>
          <a:xfrm>
            <a:off x="10289743" y="5330952"/>
            <a:ext cx="141732" cy="141732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0" name="Rectangle 699"/>
          <p:cNvSpPr/>
          <p:nvPr/>
        </p:nvSpPr>
        <p:spPr>
          <a:xfrm>
            <a:off x="10431475" y="5330952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1" name="Rectangle 700"/>
          <p:cNvSpPr/>
          <p:nvPr/>
        </p:nvSpPr>
        <p:spPr>
          <a:xfrm>
            <a:off x="9439351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2" name="Rectangle 701"/>
          <p:cNvSpPr/>
          <p:nvPr/>
        </p:nvSpPr>
        <p:spPr>
          <a:xfrm>
            <a:off x="9581083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3" name="Rectangle 702"/>
          <p:cNvSpPr/>
          <p:nvPr/>
        </p:nvSpPr>
        <p:spPr>
          <a:xfrm>
            <a:off x="9722815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4" name="Rectangle 703"/>
          <p:cNvSpPr/>
          <p:nvPr/>
        </p:nvSpPr>
        <p:spPr>
          <a:xfrm>
            <a:off x="9864547" y="5472684"/>
            <a:ext cx="141732" cy="141732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5" name="Rectangle 704"/>
          <p:cNvSpPr/>
          <p:nvPr/>
        </p:nvSpPr>
        <p:spPr>
          <a:xfrm>
            <a:off x="10006279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6" name="Rectangle 705"/>
          <p:cNvSpPr/>
          <p:nvPr/>
        </p:nvSpPr>
        <p:spPr>
          <a:xfrm>
            <a:off x="10148011" y="5472684"/>
            <a:ext cx="141732" cy="141732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7" name="Rectangle 706"/>
          <p:cNvSpPr/>
          <p:nvPr/>
        </p:nvSpPr>
        <p:spPr>
          <a:xfrm>
            <a:off x="10289743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8" name="Rectangle 707"/>
          <p:cNvSpPr/>
          <p:nvPr/>
        </p:nvSpPr>
        <p:spPr>
          <a:xfrm>
            <a:off x="10431475" y="5472684"/>
            <a:ext cx="141732" cy="141732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9" name="Rectangle 708"/>
          <p:cNvSpPr/>
          <p:nvPr/>
        </p:nvSpPr>
        <p:spPr>
          <a:xfrm>
            <a:off x="10148011" y="4764024"/>
            <a:ext cx="425196" cy="283464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0" name="Rectangle 709"/>
          <p:cNvSpPr/>
          <p:nvPr/>
        </p:nvSpPr>
        <p:spPr>
          <a:xfrm>
            <a:off x="9722815" y="4764024"/>
            <a:ext cx="283464" cy="425196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1" name="TextBox 710"/>
          <p:cNvSpPr txBox="1"/>
          <p:nvPr/>
        </p:nvSpPr>
        <p:spPr>
          <a:xfrm>
            <a:off x="9439351" y="5687568"/>
            <a:ext cx="20939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오른쪽 84 · 등줄기 126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850" b="0" i="0">
                <a:solidFill>
                  <a:srgbClr val="2A9D8F"/>
                </a:solidFill>
                <a:latin typeface="맑은 고딕"/>
                <a:ea typeface="맑은 고딕"/>
                <a:cs typeface="맑은 고딕"/>
              </a:rPr>
              <a:t>= 등줄기 과열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무늬 상관 1.00</a:t>
            </a:r>
          </a:p>
        </p:txBody>
      </p:sp>
      <p:sp>
        <p:nvSpPr>
          <p:cNvPr id="712" name="TextBox 711"/>
          <p:cNvSpPr txBox="1"/>
          <p:nvPr/>
        </p:nvSpPr>
        <p:spPr>
          <a:xfrm>
            <a:off x="658368" y="6291072"/>
            <a:ext cx="10515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무늬 상관은 평균을 빼고 정규화한 뒤 여섯 갈래와 견준 값입니다. 1.00 이면 무늬는 그대로고 온도만 다른 것입니다.</a:t>
            </a:r>
          </a:p>
        </p:txBody>
      </p:sp>
      <p:sp>
        <p:nvSpPr>
          <p:cNvPr id="713" name="TextBox 712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07  WHAT IS NEW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열로 늘려 새로 얻은 것은 하나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6035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여섯 갈래가 어떻게 쪼개졌는가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32887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59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85031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61104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37175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13248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1464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7536" y="1865376"/>
            <a:ext cx="548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85216" y="2066543"/>
            <a:ext cx="781812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8368" y="210312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32887" y="2103120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248716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59" y="24871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66%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85031" y="24871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61104" y="2487168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23%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" y="2834639"/>
            <a:ext cx="781812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2871215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보통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85031" y="287121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31%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61104" y="287121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7175" y="287121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29%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9320" y="2871215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255263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오른쪽 확장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61104" y="325526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13%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37175" y="325526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13248" y="325526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3255263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8%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5216" y="3602735"/>
            <a:ext cx="781812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" y="3639311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등줄기 가동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37175" y="363931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89320" y="363931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65392" y="363931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18%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41464" y="3639311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4023359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등줄기 과열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41464" y="4023359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11%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17536" y="4023359"/>
            <a:ext cx="548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4617720"/>
            <a:ext cx="76809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전부 정지는 그대로 남습니다. 평소 가동(61%)이 넷으로 쪼개졌는데 넷 다 무늬 상관 0.99~1.00 입니다. 나뉜 기준은 시간대입니다 - 새벽 · 낮 · 저녁. 같은 설비가 같은 방식으로 도는데 주변 온도만 다릅니다.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등줄기 가동이 셋으로 갈리면서 그중 하나가 새 무늬로 떨어져 나왔습니다.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01407" y="1481328"/>
            <a:ext cx="3931920" cy="466344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84287" y="164592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8. 오른쪽 세로 확장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84287" y="1938528"/>
            <a:ext cx="3566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67085"/>
                </a:solidFill>
                <a:latin typeface="Consolas"/>
                <a:ea typeface="Consolas"/>
                <a:cs typeface="Consolas"/>
              </a:rPr>
              <a:t>244개 · 3.8% · 등줄기 가동과 무늬 상관 0.93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652967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8854135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9055303" y="2267712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9256471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9457639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9658807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9859975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10061143" y="226771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8652967" y="2468880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8854135" y="2468880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9055303" y="2468880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9256471" y="2468880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9457639" y="2468880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9658807" y="2468880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9859975" y="2468880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10061143" y="2468880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8652967" y="2670048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8854135" y="2670048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9055303" y="2670048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9256471" y="2670048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9457639" y="2670048"/>
            <a:ext cx="201168" cy="201168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9658807" y="2670048"/>
            <a:ext cx="201168" cy="201168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9859975" y="2670048"/>
            <a:ext cx="201168" cy="201168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0061143" y="2670048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8652967" y="2871216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Rectangle 70"/>
          <p:cNvSpPr/>
          <p:nvPr/>
        </p:nvSpPr>
        <p:spPr>
          <a:xfrm>
            <a:off x="8854135" y="2871216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2" name="Rectangle 71"/>
          <p:cNvSpPr/>
          <p:nvPr/>
        </p:nvSpPr>
        <p:spPr>
          <a:xfrm>
            <a:off x="9055303" y="2871216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9256471" y="2871216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9457639" y="2871216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9658807" y="2871216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9859975" y="2871216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10061143" y="2871216"/>
            <a:ext cx="201168" cy="201168"/>
          </a:xfrm>
          <a:prstGeom prst="rect">
            <a:avLst/>
          </a:prstGeom>
          <a:solidFill>
            <a:srgbClr val="A53F1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8652967" y="3072384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8854135" y="3072384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9055303" y="3072384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9256471" y="3072384"/>
            <a:ext cx="201168" cy="201168"/>
          </a:xfrm>
          <a:prstGeom prst="rect">
            <a:avLst/>
          </a:prstGeom>
          <a:solidFill>
            <a:srgbClr val="D15A25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9457639" y="3072384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9658807" y="3072384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9859975" y="3072384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10061143" y="3072384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8652967" y="327355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8854135" y="327355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9055303" y="3273552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9256471" y="3273552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9457639" y="3273552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9658807" y="3273552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9859975" y="3273552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10061143" y="3273552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8652967" y="3474720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8854135" y="3474720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9055303" y="3474720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9256471" y="3474720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9457639" y="3474720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9658807" y="3474720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9859975" y="3474720"/>
            <a:ext cx="201168" cy="201168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10061143" y="3474720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8652967" y="3675887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8854135" y="3675887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9055303" y="3675887"/>
            <a:ext cx="201168" cy="201168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9256471" y="3675887"/>
            <a:ext cx="201168" cy="201168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9457639" y="3675887"/>
            <a:ext cx="201168" cy="201168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9658807" y="3675887"/>
            <a:ext cx="201168" cy="201168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9859975" y="3675887"/>
            <a:ext cx="201168" cy="201168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10061143" y="3675887"/>
            <a:ext cx="201168" cy="201168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9658807" y="2670048"/>
            <a:ext cx="603504" cy="402336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9055303" y="2670048"/>
            <a:ext cx="402336" cy="603504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784287" y="4041648"/>
            <a:ext cx="35661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오른쪽 발열부가 세로로 길어집니다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평소에는 행 2-3 에만 있던 열이 행 1 부터 행 6 까지 이어집니다. "오른쪽 확장" 과 달리 등줄기도 함께 올라옵니다 - 두 계통이 동시에 도는 상태입니다.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84287" y="513892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나타난 날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784287" y="534009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06-01 · 06-02 · 06-04 · 06-05 · 06-19 · 06-29 · 06-30 · 07-01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84287" y="559612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많은 시간  15시 · 16시 · 17시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08  WHICH 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점수 0.05 는 어느 패턴인가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하나로만 재면 틀린 답이 나옵니다. 무늬 · 크기 · 실제 프레임 셋으로 봅니다.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148840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96112" y="2148840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133856" y="2148840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371600" y="2148840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609344" y="2148840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847088" y="2148840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2084832" y="2148840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322576" y="2148840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2386584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96112" y="2386584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33856" y="2386584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371600" y="2386584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609344" y="2386584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847088" y="2386584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2084832" y="2386584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322576" y="2386584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2624328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96112" y="2624328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133856" y="2624328"/>
            <a:ext cx="237744" cy="237744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371600" y="2624328"/>
            <a:ext cx="237744" cy="237744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609344" y="2624328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847088" y="2624328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2084832" y="2624328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322576" y="2624328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58368" y="2862072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96112" y="2862072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133856" y="2862072"/>
            <a:ext cx="237744" cy="237744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371600" y="2862072"/>
            <a:ext cx="237744" cy="237744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609344" y="2862072"/>
            <a:ext cx="237744" cy="237744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847088" y="2862072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2084832" y="2862072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322576" y="2862072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58368" y="3099816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96112" y="3099816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133856" y="3099816"/>
            <a:ext cx="237744" cy="237744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371600" y="3099816"/>
            <a:ext cx="237744" cy="237744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609344" y="3099816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847088" y="3099816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2084832" y="3099816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2322576" y="3099816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58368" y="3337560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96112" y="3337560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133856" y="3337560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371600" y="3337560"/>
            <a:ext cx="237744" cy="237744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609344" y="3337560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847088" y="3337560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2084832" y="3337560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2322576" y="3337560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58368" y="3575304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896112" y="3575304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133856" y="3575304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371600" y="3575304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609344" y="3575304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847088" y="3575304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2084832" y="3575304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2322576" y="3575304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58368" y="3813048"/>
            <a:ext cx="237744" cy="237744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896112" y="3813048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1133856" y="3813048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371600" y="3813048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609344" y="3813048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847088" y="3813048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2084832" y="3813048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322576" y="3813048"/>
            <a:ext cx="237744" cy="237744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847088" y="2624328"/>
            <a:ext cx="713232" cy="475488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133856" y="2624328"/>
            <a:ext cx="475488" cy="713232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58368" y="4142231"/>
            <a:ext cx="190195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오늘 09-25 09시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4361688"/>
            <a:ext cx="19019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전체 36.3도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오른쪽 36.0도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66928" y="4434840"/>
            <a:ext cx="2084832" cy="1600200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713232" y="4572000"/>
            <a:ext cx="181051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재는 법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무늬 - 평균을 빼고 정규화한 상관. 전체가 몇 도인지는 지웁니다.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크기 - 칸별 차이. 그 무리 표본의 95%보다 멀면 밖입니다.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실제 프레임 - 중심은 평균이라 실제로는 없는 모습일 수 있습니다.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063239" y="2103120"/>
            <a:ext cx="2148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패턴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212079" y="2103120"/>
            <a:ext cx="10515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무늬 상관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263640" y="2103120"/>
            <a:ext cx="8686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거리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132320" y="210312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그 무리 95%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275320" y="2103120"/>
            <a:ext cx="777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판정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971799" y="2340863"/>
            <a:ext cx="617220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TextBox 80"/>
          <p:cNvSpPr txBox="1"/>
          <p:nvPr/>
        </p:nvSpPr>
        <p:spPr>
          <a:xfrm>
            <a:off x="3063239" y="2377439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1. 전부 정지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212079" y="2377439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-0.010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63640" y="2377439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140.6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132320" y="2377439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40.1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75320" y="2377439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밖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063239" y="2743199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 A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12079" y="2743199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0.477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263640" y="2743199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84.0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132320" y="2743199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44.0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275320" y="2743199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밖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2971799" y="3072383"/>
            <a:ext cx="617220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TextBox 91"/>
          <p:cNvSpPr txBox="1"/>
          <p:nvPr/>
        </p:nvSpPr>
        <p:spPr>
          <a:xfrm>
            <a:off x="3063239" y="3108959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낮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12079" y="3108959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0.718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263640" y="3108959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71.8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132320" y="3108959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41.1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275320" y="3108959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밖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063239" y="3474719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4. 평소 가동 · 서늘 B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212079" y="3474719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0.450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263640" y="3474719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88.6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32320" y="3474719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40.1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275320" y="3474719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밖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2971799" y="3803903"/>
            <a:ext cx="617220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TextBox 102"/>
          <p:cNvSpPr txBox="1"/>
          <p:nvPr/>
        </p:nvSpPr>
        <p:spPr>
          <a:xfrm>
            <a:off x="3063239" y="3840479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5. 평소 가동 · 저녁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212079" y="3840479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0.648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263640" y="3840479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95.1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32320" y="3840479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40.0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275320" y="3840479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밖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063239" y="420624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6. 오른쪽 확장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12079" y="4206240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0.205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263640" y="420624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127.7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32320" y="420624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48.6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275320" y="420624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밖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971799" y="4535424"/>
            <a:ext cx="617220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TextBox 113"/>
          <p:cNvSpPr txBox="1"/>
          <p:nvPr/>
        </p:nvSpPr>
        <p:spPr>
          <a:xfrm>
            <a:off x="3063239" y="457200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7. 등줄기 가동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5212079" y="4572000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0.830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263640" y="457200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104.0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32320" y="457200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48.7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275320" y="457200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밖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3063239" y="493776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8. 오른쪽 세로 확장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212079" y="4937760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0.674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263640" y="493776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152.4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32320" y="493776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54.0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275320" y="493776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밖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2971799" y="5266944"/>
            <a:ext cx="6172200" cy="329184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TextBox 124"/>
          <p:cNvSpPr txBox="1"/>
          <p:nvPr/>
        </p:nvSpPr>
        <p:spPr>
          <a:xfrm>
            <a:off x="3063239" y="530352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9. 등줄기 강함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212079" y="5303520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0.842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263640" y="530352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156.8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132320" y="530352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74.0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275320" y="530352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밖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3063239" y="5669280"/>
            <a:ext cx="2148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10. 등줄기 과열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5212079" y="5669280"/>
            <a:ext cx="10515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0.785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263640" y="566928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271.9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7132320" y="5669280"/>
            <a:ext cx="11430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73.7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75320" y="566928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밖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2971799" y="5870448"/>
            <a:ext cx="6172200" cy="457200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TextBox 135"/>
          <p:cNvSpPr txBox="1"/>
          <p:nvPr/>
        </p:nvSpPr>
        <p:spPr>
          <a:xfrm>
            <a:off x="3118103" y="5980176"/>
            <a:ext cx="5943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열 갈래가 모두 밖입니다. 무늬로 가장 닮은 9번도 등줄기가 90~96도인데 오늘은 53~59도입니다.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09  NEAREST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가장 가까운 실제 프레임은 자료의 마지막 이틀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544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중심이 아니라 표본 6,365개와 하나씩 견줬습니다.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77824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1097280" y="2103120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1316736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536192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1755648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1975104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194560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658368" y="232257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77824" y="2322576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97280" y="2322576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1316736" y="2322576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1536192" y="2322576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755648" y="2322576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975104" y="2322576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2194560" y="2322576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58368" y="2542032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77824" y="2542032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1097280" y="2542032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1316736" y="2542032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1536192" y="2542032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1755648" y="2542032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1975104" y="2542032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2194560" y="2542032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58368" y="2761487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877824" y="2761487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1097280" y="2761487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1316736" y="2761487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ectangle 32"/>
          <p:cNvSpPr/>
          <p:nvPr/>
        </p:nvSpPr>
        <p:spPr>
          <a:xfrm>
            <a:off x="1536192" y="2761487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ectangle 33"/>
          <p:cNvSpPr/>
          <p:nvPr/>
        </p:nvSpPr>
        <p:spPr>
          <a:xfrm>
            <a:off x="1755648" y="2761487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975104" y="2761487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2194560" y="2761487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658368" y="2980944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877824" y="2980944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097280" y="2980944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1316736" y="2980944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ectangle 40"/>
          <p:cNvSpPr/>
          <p:nvPr/>
        </p:nvSpPr>
        <p:spPr>
          <a:xfrm>
            <a:off x="1536192" y="2980944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1755648" y="2980944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1975104" y="2980944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2194560" y="2980944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Rectangle 44"/>
          <p:cNvSpPr/>
          <p:nvPr/>
        </p:nvSpPr>
        <p:spPr>
          <a:xfrm>
            <a:off x="658368" y="3200400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Rectangle 45"/>
          <p:cNvSpPr/>
          <p:nvPr/>
        </p:nvSpPr>
        <p:spPr>
          <a:xfrm>
            <a:off x="877824" y="3200400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1097280" y="3200400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1316736" y="3200400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1536192" y="3200400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Rectangle 49"/>
          <p:cNvSpPr/>
          <p:nvPr/>
        </p:nvSpPr>
        <p:spPr>
          <a:xfrm>
            <a:off x="1755648" y="3200400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Rectangle 50"/>
          <p:cNvSpPr/>
          <p:nvPr/>
        </p:nvSpPr>
        <p:spPr>
          <a:xfrm>
            <a:off x="1975104" y="3200400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2194560" y="3200400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Rectangle 52"/>
          <p:cNvSpPr/>
          <p:nvPr/>
        </p:nvSpPr>
        <p:spPr>
          <a:xfrm>
            <a:off x="658368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877824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1097280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316736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ectangle 56"/>
          <p:cNvSpPr/>
          <p:nvPr/>
        </p:nvSpPr>
        <p:spPr>
          <a:xfrm>
            <a:off x="1536192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8" name="Rectangle 57"/>
          <p:cNvSpPr/>
          <p:nvPr/>
        </p:nvSpPr>
        <p:spPr>
          <a:xfrm>
            <a:off x="1755648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Rectangle 58"/>
          <p:cNvSpPr/>
          <p:nvPr/>
        </p:nvSpPr>
        <p:spPr>
          <a:xfrm>
            <a:off x="1975104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0" name="Rectangle 59"/>
          <p:cNvSpPr/>
          <p:nvPr/>
        </p:nvSpPr>
        <p:spPr>
          <a:xfrm>
            <a:off x="2194560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Rectangle 60"/>
          <p:cNvSpPr/>
          <p:nvPr/>
        </p:nvSpPr>
        <p:spPr>
          <a:xfrm>
            <a:off x="658368" y="3639311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2" name="Rectangle 61"/>
          <p:cNvSpPr/>
          <p:nvPr/>
        </p:nvSpPr>
        <p:spPr>
          <a:xfrm>
            <a:off x="877824" y="3639311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Rectangle 62"/>
          <p:cNvSpPr/>
          <p:nvPr/>
        </p:nvSpPr>
        <p:spPr>
          <a:xfrm>
            <a:off x="1097280" y="3639311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4" name="Rectangle 63"/>
          <p:cNvSpPr/>
          <p:nvPr/>
        </p:nvSpPr>
        <p:spPr>
          <a:xfrm>
            <a:off x="1316736" y="3639311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Rectangle 64"/>
          <p:cNvSpPr/>
          <p:nvPr/>
        </p:nvSpPr>
        <p:spPr>
          <a:xfrm>
            <a:off x="1536192" y="3639311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6" name="Rectangle 65"/>
          <p:cNvSpPr/>
          <p:nvPr/>
        </p:nvSpPr>
        <p:spPr>
          <a:xfrm>
            <a:off x="1755648" y="3639311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1975104" y="3639311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8" name="Rectangle 67"/>
          <p:cNvSpPr/>
          <p:nvPr/>
        </p:nvSpPr>
        <p:spPr>
          <a:xfrm>
            <a:off x="2194560" y="3639311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Rectangle 68"/>
          <p:cNvSpPr/>
          <p:nvPr/>
        </p:nvSpPr>
        <p:spPr>
          <a:xfrm>
            <a:off x="1755648" y="2542032"/>
            <a:ext cx="658368" cy="43891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Rectangle 69"/>
          <p:cNvSpPr/>
          <p:nvPr/>
        </p:nvSpPr>
        <p:spPr>
          <a:xfrm>
            <a:off x="1097280" y="2542032"/>
            <a:ext cx="438912" cy="65836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658368" y="3950207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오늘 09-25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" y="4151376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E4572E"/>
                </a:solidFill>
                <a:latin typeface="Consolas"/>
                <a:ea typeface="Consolas"/>
                <a:cs typeface="Consolas"/>
              </a:rPr>
              <a:t>오른쪽 36도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825496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Rectangle 73"/>
          <p:cNvSpPr/>
          <p:nvPr/>
        </p:nvSpPr>
        <p:spPr>
          <a:xfrm>
            <a:off x="3044952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Rectangle 74"/>
          <p:cNvSpPr/>
          <p:nvPr/>
        </p:nvSpPr>
        <p:spPr>
          <a:xfrm>
            <a:off x="3264408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6" name="Rectangle 75"/>
          <p:cNvSpPr/>
          <p:nvPr/>
        </p:nvSpPr>
        <p:spPr>
          <a:xfrm>
            <a:off x="3483863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3703320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Rectangle 77"/>
          <p:cNvSpPr/>
          <p:nvPr/>
        </p:nvSpPr>
        <p:spPr>
          <a:xfrm>
            <a:off x="3922776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9" name="Rectangle 78"/>
          <p:cNvSpPr/>
          <p:nvPr/>
        </p:nvSpPr>
        <p:spPr>
          <a:xfrm>
            <a:off x="4142231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0" name="Rectangle 79"/>
          <p:cNvSpPr/>
          <p:nvPr/>
        </p:nvSpPr>
        <p:spPr>
          <a:xfrm>
            <a:off x="4361688" y="210312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2825496" y="232257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Rectangle 81"/>
          <p:cNvSpPr/>
          <p:nvPr/>
        </p:nvSpPr>
        <p:spPr>
          <a:xfrm>
            <a:off x="3044952" y="2322576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3" name="Rectangle 82"/>
          <p:cNvSpPr/>
          <p:nvPr/>
        </p:nvSpPr>
        <p:spPr>
          <a:xfrm>
            <a:off x="3264408" y="2322576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4" name="Rectangle 83"/>
          <p:cNvSpPr/>
          <p:nvPr/>
        </p:nvSpPr>
        <p:spPr>
          <a:xfrm>
            <a:off x="3483863" y="2322576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3703320" y="2322576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Rectangle 85"/>
          <p:cNvSpPr/>
          <p:nvPr/>
        </p:nvSpPr>
        <p:spPr>
          <a:xfrm>
            <a:off x="3922776" y="2322576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7" name="Rectangle 86"/>
          <p:cNvSpPr/>
          <p:nvPr/>
        </p:nvSpPr>
        <p:spPr>
          <a:xfrm>
            <a:off x="4142231" y="2322576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4361688" y="2322576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2825496" y="2542032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Rectangle 89"/>
          <p:cNvSpPr/>
          <p:nvPr/>
        </p:nvSpPr>
        <p:spPr>
          <a:xfrm>
            <a:off x="3044952" y="2542032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1" name="Rectangle 90"/>
          <p:cNvSpPr/>
          <p:nvPr/>
        </p:nvSpPr>
        <p:spPr>
          <a:xfrm>
            <a:off x="3264408" y="2542032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483863" y="2542032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3" name="Rectangle 92"/>
          <p:cNvSpPr/>
          <p:nvPr/>
        </p:nvSpPr>
        <p:spPr>
          <a:xfrm>
            <a:off x="3703320" y="2542032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4" name="Rectangle 93"/>
          <p:cNvSpPr/>
          <p:nvPr/>
        </p:nvSpPr>
        <p:spPr>
          <a:xfrm>
            <a:off x="3922776" y="2542032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5" name="Rectangle 94"/>
          <p:cNvSpPr/>
          <p:nvPr/>
        </p:nvSpPr>
        <p:spPr>
          <a:xfrm>
            <a:off x="4142231" y="2542032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6" name="Rectangle 95"/>
          <p:cNvSpPr/>
          <p:nvPr/>
        </p:nvSpPr>
        <p:spPr>
          <a:xfrm>
            <a:off x="4361688" y="2542032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7" name="Rectangle 96"/>
          <p:cNvSpPr/>
          <p:nvPr/>
        </p:nvSpPr>
        <p:spPr>
          <a:xfrm>
            <a:off x="2825496" y="2761487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Rectangle 97"/>
          <p:cNvSpPr/>
          <p:nvPr/>
        </p:nvSpPr>
        <p:spPr>
          <a:xfrm>
            <a:off x="3044952" y="2761487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9" name="Rectangle 98"/>
          <p:cNvSpPr/>
          <p:nvPr/>
        </p:nvSpPr>
        <p:spPr>
          <a:xfrm>
            <a:off x="3264408" y="2761487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0" name="Rectangle 99"/>
          <p:cNvSpPr/>
          <p:nvPr/>
        </p:nvSpPr>
        <p:spPr>
          <a:xfrm>
            <a:off x="3483863" y="2761487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1" name="Rectangle 100"/>
          <p:cNvSpPr/>
          <p:nvPr/>
        </p:nvSpPr>
        <p:spPr>
          <a:xfrm>
            <a:off x="3703320" y="2761487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2" name="Rectangle 101"/>
          <p:cNvSpPr/>
          <p:nvPr/>
        </p:nvSpPr>
        <p:spPr>
          <a:xfrm>
            <a:off x="3922776" y="2761487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4142231" y="2761487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Rectangle 103"/>
          <p:cNvSpPr/>
          <p:nvPr/>
        </p:nvSpPr>
        <p:spPr>
          <a:xfrm>
            <a:off x="4361688" y="2761487"/>
            <a:ext cx="219456" cy="219456"/>
          </a:xfrm>
          <a:prstGeom prst="rect">
            <a:avLst/>
          </a:prstGeom>
          <a:solidFill>
            <a:srgbClr val="EA7A44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5" name="Rectangle 104"/>
          <p:cNvSpPr/>
          <p:nvPr/>
        </p:nvSpPr>
        <p:spPr>
          <a:xfrm>
            <a:off x="2825496" y="2980944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6" name="Rectangle 105"/>
          <p:cNvSpPr/>
          <p:nvPr/>
        </p:nvSpPr>
        <p:spPr>
          <a:xfrm>
            <a:off x="3044952" y="2980944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3264408" y="2980944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Rectangle 107"/>
          <p:cNvSpPr/>
          <p:nvPr/>
        </p:nvSpPr>
        <p:spPr>
          <a:xfrm>
            <a:off x="3483863" y="2980944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Rectangle 108"/>
          <p:cNvSpPr/>
          <p:nvPr/>
        </p:nvSpPr>
        <p:spPr>
          <a:xfrm>
            <a:off x="3703320" y="2980944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Rectangle 109"/>
          <p:cNvSpPr/>
          <p:nvPr/>
        </p:nvSpPr>
        <p:spPr>
          <a:xfrm>
            <a:off x="3922776" y="2980944"/>
            <a:ext cx="219456" cy="219456"/>
          </a:xfrm>
          <a:prstGeom prst="rect">
            <a:avLst/>
          </a:prstGeom>
          <a:solidFill>
            <a:srgbClr val="F3A06C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4142231" y="2980944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Rectangle 111"/>
          <p:cNvSpPr/>
          <p:nvPr/>
        </p:nvSpPr>
        <p:spPr>
          <a:xfrm>
            <a:off x="4361688" y="2980944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3" name="Rectangle 112"/>
          <p:cNvSpPr/>
          <p:nvPr/>
        </p:nvSpPr>
        <p:spPr>
          <a:xfrm>
            <a:off x="2825496" y="320040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Rectangle 113"/>
          <p:cNvSpPr/>
          <p:nvPr/>
        </p:nvSpPr>
        <p:spPr>
          <a:xfrm>
            <a:off x="3044952" y="320040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3264408" y="320040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Rectangle 115"/>
          <p:cNvSpPr/>
          <p:nvPr/>
        </p:nvSpPr>
        <p:spPr>
          <a:xfrm>
            <a:off x="3483863" y="3200400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7" name="Rectangle 116"/>
          <p:cNvSpPr/>
          <p:nvPr/>
        </p:nvSpPr>
        <p:spPr>
          <a:xfrm>
            <a:off x="3703320" y="3200400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8" name="Rectangle 117"/>
          <p:cNvSpPr/>
          <p:nvPr/>
        </p:nvSpPr>
        <p:spPr>
          <a:xfrm>
            <a:off x="3922776" y="3200400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Rectangle 118"/>
          <p:cNvSpPr/>
          <p:nvPr/>
        </p:nvSpPr>
        <p:spPr>
          <a:xfrm>
            <a:off x="4142231" y="3200400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0" name="Rectangle 119"/>
          <p:cNvSpPr/>
          <p:nvPr/>
        </p:nvSpPr>
        <p:spPr>
          <a:xfrm>
            <a:off x="4361688" y="3200400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1" name="Rectangle 120"/>
          <p:cNvSpPr/>
          <p:nvPr/>
        </p:nvSpPr>
        <p:spPr>
          <a:xfrm>
            <a:off x="2825496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2" name="Rectangle 121"/>
          <p:cNvSpPr/>
          <p:nvPr/>
        </p:nvSpPr>
        <p:spPr>
          <a:xfrm>
            <a:off x="3044952" y="3419856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Rectangle 122"/>
          <p:cNvSpPr/>
          <p:nvPr/>
        </p:nvSpPr>
        <p:spPr>
          <a:xfrm>
            <a:off x="3264408" y="3419856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4" name="Rectangle 123"/>
          <p:cNvSpPr/>
          <p:nvPr/>
        </p:nvSpPr>
        <p:spPr>
          <a:xfrm>
            <a:off x="3483863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5" name="Rectangle 124"/>
          <p:cNvSpPr/>
          <p:nvPr/>
        </p:nvSpPr>
        <p:spPr>
          <a:xfrm>
            <a:off x="3703320" y="3419856"/>
            <a:ext cx="219456" cy="21945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6" name="Rectangle 125"/>
          <p:cNvSpPr/>
          <p:nvPr/>
        </p:nvSpPr>
        <p:spPr>
          <a:xfrm>
            <a:off x="3922776" y="3419856"/>
            <a:ext cx="219456" cy="21945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Rectangle 126"/>
          <p:cNvSpPr/>
          <p:nvPr/>
        </p:nvSpPr>
        <p:spPr>
          <a:xfrm>
            <a:off x="4142231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8" name="Rectangle 127"/>
          <p:cNvSpPr/>
          <p:nvPr/>
        </p:nvSpPr>
        <p:spPr>
          <a:xfrm>
            <a:off x="4361688" y="3419856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9" name="Rectangle 128"/>
          <p:cNvSpPr/>
          <p:nvPr/>
        </p:nvSpPr>
        <p:spPr>
          <a:xfrm>
            <a:off x="2825496" y="3639311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Rectangle 129"/>
          <p:cNvSpPr/>
          <p:nvPr/>
        </p:nvSpPr>
        <p:spPr>
          <a:xfrm>
            <a:off x="3044952" y="3639311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1" name="Rectangle 130"/>
          <p:cNvSpPr/>
          <p:nvPr/>
        </p:nvSpPr>
        <p:spPr>
          <a:xfrm>
            <a:off x="3264408" y="3639311"/>
            <a:ext cx="219456" cy="219456"/>
          </a:xfrm>
          <a:prstGeom prst="rect">
            <a:avLst/>
          </a:prstGeom>
          <a:solidFill>
            <a:srgbClr val="F8C19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Rectangle 131"/>
          <p:cNvSpPr/>
          <p:nvPr/>
        </p:nvSpPr>
        <p:spPr>
          <a:xfrm>
            <a:off x="3483863" y="3639311"/>
            <a:ext cx="219456" cy="219456"/>
          </a:xfrm>
          <a:prstGeom prst="rect">
            <a:avLst/>
          </a:prstGeom>
          <a:solidFill>
            <a:srgbClr val="FBDCC0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Rectangle 132"/>
          <p:cNvSpPr/>
          <p:nvPr/>
        </p:nvSpPr>
        <p:spPr>
          <a:xfrm>
            <a:off x="3703320" y="3639311"/>
            <a:ext cx="219456" cy="21945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4" name="Rectangle 133"/>
          <p:cNvSpPr/>
          <p:nvPr/>
        </p:nvSpPr>
        <p:spPr>
          <a:xfrm>
            <a:off x="3922776" y="3639311"/>
            <a:ext cx="219456" cy="21945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5" name="Rectangle 134"/>
          <p:cNvSpPr/>
          <p:nvPr/>
        </p:nvSpPr>
        <p:spPr>
          <a:xfrm>
            <a:off x="4142231" y="3639311"/>
            <a:ext cx="219456" cy="21945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6" name="Rectangle 135"/>
          <p:cNvSpPr/>
          <p:nvPr/>
        </p:nvSpPr>
        <p:spPr>
          <a:xfrm>
            <a:off x="4361688" y="3639311"/>
            <a:ext cx="219456" cy="219456"/>
          </a:xfrm>
          <a:prstGeom prst="rect">
            <a:avLst/>
          </a:prstGeom>
          <a:solidFill>
            <a:srgbClr val="FDF1E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Rectangle 136"/>
          <p:cNvSpPr/>
          <p:nvPr/>
        </p:nvSpPr>
        <p:spPr>
          <a:xfrm>
            <a:off x="3922776" y="2542032"/>
            <a:ext cx="658368" cy="438912"/>
          </a:xfrm>
          <a:prstGeom prst="rect">
            <a:avLst/>
          </a:prstGeom>
          <a:noFill/>
          <a:ln w="22225">
            <a:solidFill>
              <a:srgbClr val="E457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Rectangle 137"/>
          <p:cNvSpPr/>
          <p:nvPr/>
        </p:nvSpPr>
        <p:spPr>
          <a:xfrm>
            <a:off x="3264408" y="2542032"/>
            <a:ext cx="438912" cy="658368"/>
          </a:xfrm>
          <a:prstGeom prst="rect">
            <a:avLst/>
          </a:prstGeom>
          <a:noFill/>
          <a:ln w="2222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2825496" y="3950207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07-03 09:14 (가장 가까움)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825496" y="4151376"/>
            <a:ext cx="175564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오른쪽 50도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129783" y="2066543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가까운 여섯 프레임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5056631" y="2359152"/>
            <a:ext cx="5394960" cy="31089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TextBox 142"/>
          <p:cNvSpPr txBox="1"/>
          <p:nvPr/>
        </p:nvSpPr>
        <p:spPr>
          <a:xfrm>
            <a:off x="5129783" y="239572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07-03 09:14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501383" y="2395728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51.8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324344" y="2395728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50.2도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330183" y="2395728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 A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129783" y="274320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07-04 07:33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501383" y="2743200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53.7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24344" y="2743200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52.0도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330183" y="2743200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낮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5056631" y="3054096"/>
            <a:ext cx="5394960" cy="31089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5129783" y="3090672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07-03 08:59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6501383" y="3090672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55.1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7324344" y="309067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48.0도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330183" y="3090672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 A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129783" y="343814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07-03 05:57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6501383" y="3438144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55.5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7324344" y="3438144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53.0도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330183" y="3438144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2. 평소 가동 · 서늘 A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5056631" y="3749039"/>
            <a:ext cx="5394960" cy="310896"/>
          </a:xfrm>
          <a:prstGeom prst="roundRect">
            <a:avLst>
              <a:gd name="adj" fmla="val 6000"/>
            </a:avLst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5129783" y="3785615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07-04 10:53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6501383" y="3785615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55.7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324344" y="3785615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54.0도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330183" y="3785615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낮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5129783" y="4133087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07-04 09:52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501383" y="4133087"/>
            <a:ext cx="7772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55.8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324344" y="4133087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Consolas"/>
                <a:ea typeface="Consolas"/>
                <a:cs typeface="Consolas"/>
              </a:rPr>
              <a:t>53.8도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8330183" y="4133087"/>
            <a:ext cx="2103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3. 평소 가동 · 낮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5129783" y="2121408"/>
            <a:ext cx="1371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날짜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501383" y="2121408"/>
            <a:ext cx="7772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거리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324344" y="2121408"/>
            <a:ext cx="914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오른쪽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330183" y="2121408"/>
            <a:ext cx="21031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패턴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58368" y="4572000"/>
            <a:ext cx="10874959" cy="1481328"/>
          </a:xfrm>
          <a:prstGeom prst="roundRect">
            <a:avLst>
              <a:gd name="adj" fmla="val 6000"/>
            </a:avLst>
          </a:prstGeom>
          <a:solidFill>
            <a:srgbClr val="FD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4" name="TextBox 173"/>
          <p:cNvSpPr txBox="1"/>
          <p:nvPr/>
        </p:nvSpPr>
        <p:spPr>
          <a:xfrm>
            <a:off x="932688" y="4718304"/>
            <a:ext cx="1032631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어느 패턴도 아닙니다. 방향만 말하면 자료가 끝나는 무렵의 "식어 가던 평소 가동" 쪽입니다.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932688" y="5047488"/>
            <a:ext cx="10326319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50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가까운 여섯이 모두 07-03 과 07-04 - 자료의 마지막 이틀이고, 그 칸 평균이 전체 기간 중 가장 낮았던 날입니다. 그때 오른쪽이 48~53도였고 오늘은 36도입니다.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A2435"/>
                </a:solidFill>
                <a:latin typeface="맑은 고딕"/>
                <a:ea typeface="맑은 고딕"/>
                <a:cs typeface="맑은 고딕"/>
              </a:rPr>
              <a:t>다만 가장 가까운 것도 거리 51.8 입니다. 표본끼리의 거리가 중앙값 80, 하위 25%가 50 이니 아무 두 프레임을 집어 온 것과 비슷한 정도입니다. 07-04 이후 두 달 반 동안 이 구간의 자료가 없어 모델이 아래쪽을 배울 기회가 없었습니다.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75488"/>
            <a:ext cx="1087495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4572E"/>
                </a:solidFill>
                <a:latin typeface="맑은 고딕"/>
                <a:ea typeface="맑은 고딕"/>
                <a:cs typeface="맑은 고딕"/>
              </a:rPr>
              <a:t>10 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04672"/>
            <a:ext cx="10874959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정리</a:t>
            </a:r>
          </a:p>
        </p:txBody>
      </p:sp>
      <p:sp>
        <p:nvSpPr>
          <p:cNvPr id="4" name="Oval 3"/>
          <p:cNvSpPr/>
          <p:nvPr/>
        </p:nvSpPr>
        <p:spPr>
          <a:xfrm>
            <a:off x="658368" y="1801368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17830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여섯 중 다섯이 오른쪽 발열부 68~84도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209397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변하는 것은 가운데 등줄기입니다. 오른쪽이 식는 경우는 전부 정지(8.1%)뿐입니다.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2660903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2642615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식은 자료는 있지만 종류가 다릅니다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2953511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05-18~21 나흘은 화면 전체가 21도입니다. 오늘과 무늬 상관이 0 입니다.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520439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3502151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오늘은 열 갈래 모두에서 밖입니다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" y="38130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무늬로 가장 닮은 것도 등줄기가 90도대인데 오늘은 50도대입니다. 가장 가까운 실제 프레임은 자료 마지막 이틀(07-03·04)이고 거리 51.8 입니다.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379975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3856" y="43616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열로 늘려도 새 무늬는 하나뿐입니다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" y="4672583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오른쪽이 세로로 길어지는 오후 상태(3.8%). 나머지 아홉은 온도 구간만 쪼갠 것이고, 아홉이 오른쪽 발열부 66~84도입니다.</a:t>
            </a:r>
          </a:p>
        </p:txBody>
      </p:sp>
      <p:sp>
        <p:nvSpPr>
          <p:cNvPr id="16" name="Oval 15"/>
          <p:cNvSpPr/>
          <p:nvPr/>
        </p:nvSpPr>
        <p:spPr>
          <a:xfrm>
            <a:off x="658368" y="5239511"/>
            <a:ext cx="310896" cy="310896"/>
          </a:xfrm>
          <a:prstGeom prst="ellipse">
            <a:avLst/>
          </a:prstGeom>
          <a:solidFill>
            <a:srgbClr val="E45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5221223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게다가 지금 모델은 step_0 로 배우지 않았습니다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3856" y="5532119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A8B6CC"/>
                </a:solidFill>
                <a:latin typeface="맑은 고딕"/>
                <a:ea typeface="맑은 고딕"/>
                <a:cs typeface="맑은 고딕"/>
              </a:rPr>
              <a:t>재학습은 히스토리 DB(07-02~09-24)에서만 재생 버퍼를 만듭니다. step_0 는 07-04 에 끝납니다.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897880"/>
            <a:ext cx="10874959" cy="566928"/>
          </a:xfrm>
          <a:prstGeom prst="roundRect">
            <a:avLst>
              <a:gd name="adj" fmla="val 6000"/>
            </a:avLst>
          </a:prstGeom>
          <a:solidFill>
            <a:srgbClr val="1C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6035040"/>
            <a:ext cx="10326319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4A261"/>
                </a:solidFill>
                <a:latin typeface="맑은 고딕"/>
                <a:ea typeface="맑은 고딕"/>
                <a:cs typeface="맑은 고딕"/>
              </a:rPr>
              <a:t>점수 0.05 는 모델이 고장난 것이 아니라 처음 보는 모양이라고 말하는 중입니다. 설비를 꺼 둔 채로 운용한다면 그 상태 자료가 쌓인 뒤에 재학습해야 합니다.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8927" y="629107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67085"/>
                </a:solidFill>
                <a:latin typeface="맑은 고딕"/>
                <a:ea typeface="맑은 고딕"/>
                <a:cs typeface="맑은 고딕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