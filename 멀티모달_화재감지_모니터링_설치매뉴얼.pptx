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94957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547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격자)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continual_learning.ini      연속학습 설정 (임계값 · 단계 · 기여도 · 표본)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db_secrets.ini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· continual_learning.ini · db_secrets.ini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네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3619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운영 중 조정 · 비밀 정보를 나눴습니다.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83664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121408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08483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395728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066544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63347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54096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291839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2552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566160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설치할 때 정함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236976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격자 크기 · 카메라 해상도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380390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한 번 정하면 거의 바꾸지 않는 값입니다.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24527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4462271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4425695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users\&lt;user&gt;\continual_learning.ini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4736592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운영 중 조정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4407407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절대 임계값 · 단계 전환 조건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기여도 판단 · 학습 표본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497433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창이 읽고 씁니다. env.ini 뒤에 읽어 같은 열쇠면 이깁니다.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394959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32688" y="5632703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99616" y="5596127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users\&lt;user&gt;\db_secrets.ini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5907023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0407" y="5577839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9616" y="6144767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users\db_secrets.ini.sample 을 복사해 만듭니다.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users\&lt;user&gt;\db_secrets.ini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db_secrets.ini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users\db_secrets.ini.sample users\kict1\db_secrets.ini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users\db_secrets.ini.sample users\cj_busan_1\db_secrets.ini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db_secrets.ini 를 이어서 읽어 하나로 합칩니다. C++ 은 비밀번호만 db_secrets.ini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db_secrets.ini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6883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연속학습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2단계 모델을 스스로 갱신하며, 검증을 통과해야만 교체됩니다.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users/&lt;user&gt;/continual_learning.ini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 - 창에서 눌러 돌립니다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갱신합니다. 정해진 시각에 저절로 돌지는 않습니다 - [재학습] 창에서 눌러야 돌고, 가운데에 진행 판이 떠 경과 시간과 단계를 보여 줍니다.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재학습을 실제로 돌린 경우만 보관합니다(10세대). 예행연습은 아무것도 남기지 않습니다. 되돌리기는 다음 장에서 다룹니다.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7802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1377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 직전 운용 세대로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&lt;세대&gt;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--keep-baseline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굳혀 둔 64셀 패턴과 대조. 운전 중 30분마다.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 점수는 표본을 지금 모델로 다시 매겨 구합니다.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하루 프레임에서 표본 2,000건을 뽑아 지금 모델로 다시 매긴 점수의 중앙값입니다. DB 에 적힌 점수는 그때 돌던 모델의 것이라 세대를 갈아 끼운 날이면 여러 모델의 점수가 섞입니다. 순간값 대신 중앙값을 쓰는 이유는 따로 있습니다 — 서서히 뜨거워지는 설비가 점수를 낮출 때 그 데이터로 재학습하면 경보가 스스로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21868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529584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483864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986783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41063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평소대로 (웜스타트 + 옛 자료)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끝 사이는 직선으로 잇습니다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기여만큼만 옛 자료를 섞습니다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웜스타트 없이 새로 시작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675887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끝 사이를 직선으로 이어 0.849 와 0.851 이 딴 학습이 되지 않게 합니다. 두 끝과 판단 기간·최소 프레임·표본 상한은 [설정] 창의 [ 기여도 판단 ] 에서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0단계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가중치를 낮추려면 [설정] 창에서 계산 기준일을 먼저 지정해야 합니다. 비어 있으면 옛 시기와 새 시기를 가를 수 없어 가중치가 무시됩니다.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 - 무엇으로 돌아가는가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시험을 통과한 모델도 현장에서 겪어 보면 아닐 수 있습니다. [재학습] 창에서 세대를 골라 되돌립니다.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1739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1771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재학습 창 ]                             [ generation_history.txt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[되돌리기] [20260924_145528 (직전) v]     09-23 14:51  20260923_145111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[예행연습] [재학습 실행] [닫기]   09-24 12:14  20260924_121452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09-24 12:54  20260923_145111  되돌림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[cj_busan_1] 운용에 올라간 세대           09-24 14:55  20260924_145528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20260923_145111   운용된 적 있음       09-24 22:27  20260924_222750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20260924_121452   운용된 적 있음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20260924_145528   운용된 적 있음       승격과 되돌림을 남깁니다. 목록에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20260924_222750   운영중               담는 것은 여기 있는 세대뿐입니다.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걸음 뒤가 아니라 골라서 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되돌리기도 승격으로 기록되므로, 늘 한 걸음 뒤로만 가면 두 세대 사이를 왕복할 뿐 더 앞으로는 못 갑니다. 그래서 목록에서 고릅니다.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목록에는 운용에 올라간 적이 있는 세대만 담깁니다. 예행연습은 아무것도 남기지 않고, 시험에서 막힌 후보는 운용된 적이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되돌리면 칸별 기준선도 함께 치웁니다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기준선은 그 모델이 칸마다 내는 오차의 분포입니다. 모델을 갈면 오차 크기가 달라져 임계치가 다른 모델 것이 됩니다.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지우지 않고 보관하므로 되돌릴 수 있습니다. 다시 쌓는 동안에는 0단계 절대 임계치만 작동합니다. 되돌린 뒤 [정지] -&gt; [시작] 이 필요합니다.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목록과 같은 토글이라 펼친 채로 다른 버튼을 쓸 수 있습니다. 값은 users\&lt;현장&gt;\continual_learning.ini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8"/>
            <a:ext cx="10874959" cy="376847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10472623" cy="336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연속학습 조건 ]               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표본수/시간대 [3000][18]      0단계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표본수/시간대 [5000][18]         온도 207/222도 · 상승 20/34도/분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계산기준일   [ 2026-09-21 v ]             1단계 셀별기준선   집계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   표본 6,400/3,000 · 시간대 13/18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절대 임계값 (0단계) ]  주의/경보        2단계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마스크 셀 최고 온도  [ 207 ][ 222 ]          세대 20260925_152357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20 ][  34 ]          모델 2026-09-25 15:23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기여도 판단 ]                           연속학습          적용됨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판단 기간 (테이블 수)    [    7 ]            최근 승격 2026-09-25 15:23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최소 프레임/표본 상한 [500][2000]            판단 점수 0.960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기여 문턱 (하/상)    [0.20][0.85]            기존 모델 기여 1.00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학습 표본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목표 표본 수 [60000] 정상 판정선 [0.5]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가동 판정 온도  [      ] 비우면 자동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] 시기를 나누어 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설정 적용 ]   [ 재학습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15584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네 묶음을 [설정 적용] 하나로 함께 저장합니다. 값이 하나라도 잘못되면 아무것도 쓰지 않고, 저장 뒤 [정지] → [시작] 을 눌러야 반영됩니다.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계산기준일을 바꾸면 셀별 기준선을 버리고 처음부터 다시 쌓습니다 — 며칠치가 사라지므로 바뀔 때 확인을 묻습니다.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TRAINING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표본 - 무엇을 배우는가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에서 학습에 쓸 프레임을 골라 모읍니다. 앞쪽 [기여도 판단] 이 '기존 모델을 믿을지' 라면, 여기는 '무엇으로 학습할지' 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고르는 차례</a:t>
            </a:r>
          </a:p>
        </p:txBody>
      </p:sp>
      <p:sp>
        <p:nvSpPr>
          <p:cNvPr id="6" name="Oval 5"/>
          <p:cNvSpPr/>
          <p:nvPr/>
        </p:nvSpPr>
        <p:spPr>
          <a:xfrm>
            <a:off x="694944" y="2359152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322576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날짜 테이블 전체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578608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results_history_YYYYMMDD 를 모두 훑습니다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980944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2944368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정상만 남긴다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3200400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지금 모델로 다시 매긴 점수와 그때 적힌 점수 중 하나만 판정선을 넘으면 받습니다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3602736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566160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48칸에 나눠 담는다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382219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시각(24) x 가동상태(2). 자료가 몰린 시간대에 끌려가지 않게 합니다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4224528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187952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목표만큼 꺼낸다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4443984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칸마다 같은 몫씩. 모자라면 복제하지 않고 있는 만큼만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[설정] 창에서 정합니다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39572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23957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기본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39572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무엇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27066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목표 표본 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270662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60000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7066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이만큼 모읍니다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01752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판정선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301752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8" y="301752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 점수 위만 학습에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328415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가동 판정 온도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3328415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자동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3328415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비우면 자료에서 잡습니다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3" y="3639311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시기 나누어 담기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5008" y="3639311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9408" y="3639311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켜면 칸이 시기별로 늘어납니다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3" y="404164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가동 판정 온도를 비우면 앞쪽 2,000건 최고온도의 중앙값으로 잡습니다. 그 2,000건은 판정선이 아직 없어 모두 정지로 들어갑니다. 현장에서 아는 값이 있으면 적는 편이 낫습니다.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919472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32688" y="5029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시기는 날짜를 적는 것이 아니라 자료가 끊긴 자리로 나뉩니다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5321808"/>
            <a:ext cx="10424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자료가 7일 이상 끊기면 그 앞뒤를 다른 시기로 봅니다. 설비를 고치거나 카메라를 옮겨 한동안 멈춘 자리가 저절로 경계가 됩니다. 끊긴 적이 없는 현장은 시기가 하나라 켜도 칸이 그대로입니다 — 어느 현장에 켜 두어도 부작용이 없습니다.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끄면 자료가 많은 시기가 그만큼 많이 뽑힙니다. 칸 안에서는 모든 프레임이 같은 확률이라 비율이 그대로 보존되어, 두 달 전 자료가 표본의 대부분을 차지할 수 있습니다.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continual_learning.ini · db_secrets.ini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필요할 때 재학습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27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28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· continual_learning.ini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users\&lt;user&gt;\db_secrets.ini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