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마스크 등 현장 설정 창을 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235440" y="2615184"/>
            <a:ext cx="475488" cy="475488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6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재학습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스스로 갱신하며, 검증을 통과해야만 교체됩니다.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보관해 언제든 되돌립니다. 통과하지 못한 후보도 남겨 원인을 확인합니다.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3865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직전 세대로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