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보관합니다. 통과하지 못한 후보와 예행연습 결과도 남겨 원인을 확인합니다.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창의 [되돌리기] 로 직전에 운용하던 세대로 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운영중            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예행연습 후보 3개는 숨겼습니다.           승격과 되돌림을 남깁니다. 되돌리기는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되돌릴 대상이 아닙니다.                   이 순서를 거슬러 갑니다.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대상은 20260924_121452 입니다.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되돌리기 ]     [예행연습] [재학습 실행] [닫기]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 후보는 대상이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예행연습도 학습을 끝까지 돌리고 결과를 같은 곳에 보관합니다. 그래서 폴더 순서로 "직전" 을 고르면 운용된 적 없는 후보로 갑니다.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cj_busan_1 은 세대 10개 중 실제로 올라간 것이 하나였습니다. 그래서 폴더가 아니라 승격 기록을 기준으로 삼습니다.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연속학습     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재학습 가능 9,299/5,000건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판단 점수 0.088 → 기여 0.00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