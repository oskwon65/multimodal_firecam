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94957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547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격자)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continual_learning.ini      연속학습 설정 (임계값 · 단계 · 기여도 · 표본)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db_secrets.ini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· continual_learning.ini · db_secrets.ini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운영 중 조정 · 비밀 정보를 나눴습니다.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83664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121408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08483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395728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066544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6334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54096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291839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2552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56616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설치할 때 정함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236976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격자 크기 · 카메라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380390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한 번 정하면 거의 바꾸지 않는 값입니다.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7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4462271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4425695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users\&lt;user&gt;\continual_learning.ini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4736592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운영 중 조정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4407407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절대 임계값 · 단계 전환 조건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기여도 판단 · 학습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497433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창이 읽고 씁니다. env.ini 뒤에 읽어 같은 열쇠면 이깁니다.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394959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32688" y="5632703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99616" y="5596127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5907023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0407" y="5577839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9616" y="6144767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users\db_secrets.ini.sample 을 복사해 만듭니다.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db_secrets.ini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users\cj_busan_1\db_secrets.ini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db_secrets.ini 를 이어서 읽어 하나로 합칩니다. C++ 은 비밀번호만 db_secrets.ini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db_secrets.ini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경험 임계값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2단계가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3단계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경험 임계값은 '이 현장의 평소'를 기준으로 판정하므로, 평소가 서서히 변하면 기준도 따라갑니다. 그 특성은 오탐을 줄이지만 서서히 커지는 위험을 놓칠 수 있다는 뜻이기도 합니다. 1단계의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1-2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64칸의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격자 최고가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1단계를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users/&lt;user&gt;/continual_learning.ini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2단계 · 경험 임계값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경험 임계값은 3단계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STAGE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단계는 언제 서는가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단계는 차례로 서고, 선 뒤에도 물러나지 않습니다. 조건은 모두 [설정] 창에서 바꿉니다.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57400"/>
            <a:ext cx="3520440" cy="4041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26771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230428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1단계 · 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560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설치 즉시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서는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8256" y="2944368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네 값을 모두 채우면 그 순간부터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8668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걸리는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8256" y="3186684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64칸 최고 온도 &gt;= 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3429000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또는 분당 상승률 &gt;= 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671316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끄는 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8256" y="3671316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네 칸을 모두 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" y="4023360"/>
            <a:ext cx="3044952" cy="92252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2415" y="4169664"/>
            <a:ext cx="2752344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504688"/>
            <a:ext cx="30449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네 칸을 모두 채우거나 모두 비웁니다. 섞이면 저장을 막습니다.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3" y="2057400"/>
            <a:ext cx="3520440" cy="4041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81727" y="2267712"/>
            <a:ext cx="420624" cy="420624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30428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2단계 · 경험 임계값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9" y="2560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서기까지 하루 남짓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7" y="2944368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서는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1" y="2944368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표본 &gt;= 3,000 그리고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3871" y="3186684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시간대 &gt;= 18 (둘 다)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342900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걸리는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33871" y="3429000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온도 &gt; 그 셀의 상위 분위선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7" y="3671316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쌓는 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3871" y="3671316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online_baseline.npz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81727" y="4023360"/>
            <a:ext cx="3044952" cy="6075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28031" y="4169664"/>
            <a:ext cx="2752344" cy="31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BASELINE_MIN_SAMPLES = 3000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BASELINE_MIN_HOURS   =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7" y="5504688"/>
            <a:ext cx="30449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 조건이 있는 이유: 낮만 모은 임계값은 밤을 모릅니다.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057400"/>
            <a:ext cx="3520440" cy="4041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467344" y="226771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7696" y="230428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3단계 · 오토인코더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97696" y="2560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자료가 모여야 만듦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2944368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만드는 조건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9488" y="2944368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DB 행 &gt;= 5,000 그리고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19488" y="3186684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시간대 &gt;= 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42900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쓰는 조건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19488" y="3429000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예행연습이 승격 판정을 내고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9488" y="3671316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[재학습 적용] 을 누를 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67344" y="4023360"/>
            <a:ext cx="3044952" cy="6075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613648" y="4169664"/>
            <a:ext cx="2752344" cy="31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RETRAIN_MIN_SAMPLES = 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RETRAIN_MIN_HOURS   =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67344" y="5504688"/>
            <a:ext cx="30449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승격해도 2단계는 함께 돕니다. 두 점수 중 낮은 쪽을 씁니다.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BASELINE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2단계 경험 임계값은 언제 바뀌는가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경험 임계값이 세는 것은 모델의 오차가 아니라 칸의 온도 그 자체입니다. 그래서 모델을 갈아도 그대로 맞습니다.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쌓이는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5532120" cy="13898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5020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두 가지가 모두 맞을 때만 한 프레임이 들어갑니다.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임계값에 걸리지 않았다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화면이 밀리지 않았다 (기준 패턴과의 상관 0.95 이상)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이상으로 본 프레임을 넣으면 서서히 커지는 열점을 "요즘의 정상" 으로 흡수합니다.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913632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창은 최근 것만 듭니다 (고리 버퍼)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261104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4425696"/>
            <a:ext cx="50200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최소 조건(3,000건 · 18시간대)을 지키는 선까지만 들고, 그 위로는 오래된 것부터 밀어냅니다. 상한 50,000건.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그래서 기간을 길게 잡아도 내용은 같습니다. 7월부터 넣든 최근 5일만 넣든 남는 것은 최근 3,000건입니다.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200건마다 저장합니다. 비정상 종료 시 최대 199건을 잃습니다.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48256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처음부터 다시 쌓는 경우는 네 가지뿐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450592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11696" y="253288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--reset-baseline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2532888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사람이 치울 때. 마스크를 다시 떴거나 카메라를 옮겼을 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035808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11696" y="311810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파일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3118104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직후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621024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11696" y="370332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격자 칸 수 바뀜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8" y="3703320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격자가 64칸이 아니게 되었을 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206240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11696" y="428853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읽기 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4288536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 도중 꺼져 파일이 깨졌을 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484632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4956048"/>
            <a:ext cx="50566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되돌리기는 경험 임계값을 건드리지 않습니다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5212080"/>
            <a:ext cx="50566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[되돌리기] 는 오토인코더 모델만 세대 단위로 돌립니다. 치운 임계값은 지우지 않고 _retired_baseline 에 보관합니다.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60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사유는 baseline_reset.ini 에 남고 [설정] 창 [현재 진행] 에 나옵니다.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888736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97103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기다리지 않고 되쌓기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0248" y="5971032"/>
            <a:ext cx="6988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python retrain/rebuild_baseline.py &lt;user&gt;   — 히스토리 DB 의 프레임으로 한 번에 다시 쌓습니다 (하루 대기 불필요)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- 창에서 눌러 돌립니다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갱신합니다. 정해진 시각에 저절로 돌지는 않습니다 - [재학습] 창에서 눌러야 돌고, 가운데에 진행 판이 떠 경과 시간과 단계를 보여 줍니다.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날짜마다 같은 몫으로, 하루 안에서는 시각(24)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 다음 장에 전체 흐름도가 있습니다.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재학습을 실제로 돌린 경우만 보관합니다(10세대). 예행연습은 아무것도 남기지 않습니다.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5834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--fresh       예행연습을 안 쓰고 새로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[세대]  되돌리기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--reset-baseline  기준선 치우기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4114800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46227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46227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46227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73659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73659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73659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501091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501091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501091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285231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28523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28523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559551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5595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5595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870448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RETRAIN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재학습은 이렇게 흐릅니다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[재학습] 창에서 [예행연습] 이나 [재학습 적용] 을 눌러 시작합니다. 위 줄은 준비, 아래 줄은 학습과 승격입니다.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29968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[예행연습]
[재학습 적용]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39696" y="2692908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83510" y="2029968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74950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4950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적용 때, 6시간 이내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있으면 그 모델 승격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64838" y="2692908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08652" y="2029968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00092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운용 모델 읽기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092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점수와 표본 선별에 씁니다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못 읽으면 중단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89980" y="2692908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33795" y="2029968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25235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기여도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5235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판단 구간에서 2,000건을 채점해 w 계산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15123" y="2692908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8937" y="2029968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50377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0377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날짜마다 같은 몫 · 하루 안은 48칸 균등 · 최대 20,000건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40265" y="2692908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784080" y="2029968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875520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표본 충분?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5,000건 · 18시간대 이상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모자라면 보류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9808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85% 학습 · 15% 검증. 웜스타트 (켬: w=0 이면 새로)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39696" y="4823459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483510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574950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74950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점수 · 오탐 · 합성 이상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64838" y="4823459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08652" y="4160520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400092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예행연습인가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0092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예이면 .dryrun 임시 저장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789980" y="4823459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133795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25235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세대로 보관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5235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남깁니다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615123" y="4823459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958937" y="4160520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050377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시험 통과?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0377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현재 모델보다 둔하면 불합격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불합격이면 보류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440265" y="4823459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784080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875520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승격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운용 모델로 배치, 10초 안에 교체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24744" y="3355848"/>
            <a:ext cx="0" cy="402335"/>
          </a:xfrm>
          <a:prstGeom prst="line">
            <a:avLst/>
          </a:prstGeom>
          <a:ln w="19050">
            <a:solidFill>
              <a:srgbClr val="8A94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399032" y="3758183"/>
            <a:ext cx="9125712" cy="0"/>
          </a:xfrm>
          <a:prstGeom prst="line">
            <a:avLst/>
          </a:prstGeom>
          <a:ln w="19050">
            <a:solidFill>
              <a:srgbClr val="8A94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99032" y="3758183"/>
            <a:ext cx="0" cy="402337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58368" y="5687568"/>
            <a:ext cx="9869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둥근 칸은 갈림길입니다. 보류로 끝나도 운용 모델은 그대로이고, 적용 중 시험에서 막힌 후보는 세대로 남아 왜 막혔는지 보고서로 볼 수 있습니다. 예행연습은 세대를 만들지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[자동 재학습] 을 켜 두면 감시가 기여 w &lt; 1.00 일 때 이 흐름을 스스로 시작하고, 시험을 통과하면 바로 승격합니다. 간격(기본 24시간)을 두고 돌며 결과는 auto_retrain_history.txt 에 쌓입니다. 켜고 끄는 것은 [저장] 으로 확인한 뒤 반영됩니다.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64칸의 느린 EWMA 와 장기 평균의 상관. 0.95 미만이면 누적을 멈춥니다.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 점수는 표본을 지금 모델로 다시 매겨 구합니다.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판단 구간(다음 장)에서 최대 2,000건을 뽑아 지금 모델로 다시 매긴 점수의 중앙값입니다. DB 에 적힌 점수는 그때 돌던 모델의 것이라 쓰지 않습니다. 순간값 대신 중앙값을 쓰는 것은, 서서히 뜨거워지는 설비의 점수 하락을 그대로 재학습하면 경보가 사라지기 때문입니다.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21868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529584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48386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986783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41063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동적구성을 켰을 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웜스타트 · 옛 자료 w 비율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사이는 직선으로 잇습니다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웜스타트 · 옛 자료 46%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초기화 · 새 시기만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85876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사이는 직선으로 이어 0.849 와 0.851 이 딴 학습이 되지 않게 합니다. 값은 [설정] 창에서, 기여 문턱은 [재학습] 창의 재생버퍼 동적구성 줄에서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1단계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문턱과 w 는 재생버퍼 동적구성을 켰을 때만 쓰입니다. 끄면 늘 웜스타트하고 옛/새를 가르지 않습니다. 학습률은 w 와 무관하게 고정입니다.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CONTRIBUTION WINDOW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기여도는 어느 구간을 재는가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지금 모델이 최근 변화를 잘 받아들이는지 보는 구간입니다. 학습 표본을 뽑는 구간과 같을 필요가 없습니다.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구간을 정하는 규칙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2377440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340864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가장 새 테이블부터 N개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596896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 은 [설정] 창의 판단 최소 일수입니다. 날짜별 테이블(results_history_YYYYMMDD)을 새것부터 N개 가져옵니다.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3127248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0906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그중 N일보다 오래된 것은 뺀다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334670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새 테이블 날짜에서 N-1일보다 앞선 것을 버립니다. 시계가 아니라 테이블 이름끼리 견주고, 빈 날이 있으면 N개보다 적게 남습니다.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3877056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84048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 구간이 재생 버퍼의 새 시기다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409651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동적구성을 켜면 재생 버퍼가 이 구간을 새 시기, 그 앞을 옛 시기로 가르고 w : 1-w 로 섞습니다. 표본이 모자라면 판단을 보류합니다.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 - 판단 최소 일수 7, 가장 새 테이블 10-04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7" y="2359152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23591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5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36207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79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65392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2863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94575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42047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223759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71231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52944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5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882127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11312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58784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540496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7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869680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17151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98863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46335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528047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75519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857232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04704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186416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33888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515600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63072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844784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69680" y="2523744"/>
            <a:ext cx="0" cy="1243584"/>
          </a:xfrm>
          <a:prstGeom prst="line">
            <a:avLst/>
          </a:prstGeom>
          <a:ln w="15875">
            <a:solidFill>
              <a:srgbClr val="8A94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236207" y="2999232"/>
            <a:ext cx="2606040" cy="310896"/>
          </a:xfrm>
          <a:prstGeom prst="roundRect">
            <a:avLst>
              <a:gd name="adj" fmla="val 15000"/>
            </a:avLst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09359" y="3026664"/>
            <a:ext cx="24505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 - 옛 시기 (켬 w)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97111" y="2999232"/>
            <a:ext cx="2276856" cy="310896"/>
          </a:xfrm>
          <a:prstGeom prst="roundRect">
            <a:avLst>
              <a:gd name="adj" fmla="val 15000"/>
            </a:avLst>
          </a:prstGeom>
          <a:solidFill>
            <a:srgbClr val="DD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961119" y="30266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새 시기 (켬 1-w)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69680" y="3401568"/>
            <a:ext cx="2276856" cy="310896"/>
          </a:xfrm>
          <a:prstGeom prst="roundRect">
            <a:avLst>
              <a:gd name="adj" fmla="val 15000"/>
            </a:avLst>
          </a:prstGeom>
          <a:solidFill>
            <a:srgbClr val="EE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942832" y="3429000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C3489"/>
                </a:solidFill>
                <a:latin typeface="맑은 고딕"/>
                <a:ea typeface="맑은 고딕"/>
                <a:cs typeface="맑은 고딕"/>
              </a:rPr>
              <a:t>기여도 - 최근 N일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54495" y="3438144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기여도는 이 구간을 보지 않음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42248" y="2926080"/>
            <a:ext cx="2331720" cy="859536"/>
          </a:xfrm>
          <a:prstGeom prst="rect">
            <a:avLst/>
          </a:prstGeom>
          <a:noFill/>
          <a:ln w="19050">
            <a:solidFill>
              <a:srgbClr val="7F77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3813048"/>
            <a:ext cx="2331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C3489"/>
                </a:solidFill>
                <a:latin typeface="맑은 고딕"/>
                <a:ea typeface="맑은 고딕"/>
                <a:cs typeface="맑은 고딕"/>
              </a:rPr>
              <a:t>겹치는 구간 09-28 ~ 10-04 (= 새 시기)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7" y="411480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켬 / 끔 = 재생버퍼 동적구성 (기본 끔). 끄면 옛/새를 가르지 않고 전체에서 뽑습니다.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8368" y="4526280"/>
            <a:ext cx="5300319" cy="16276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14400" y="4663440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재생 버퍼 기간과 같을 필요가 없다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4974336"/>
            <a:ext cx="47882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기여도는 '최근 변화를 받아들이나' 를 재므로 짧고 최근이어야 합니다. 재생 버퍼는 '무엇을 배울까' 라서 계절·가동 패턴을 잊지 않도록 수집 일수(기본 전체) 만큼 넓게 뽑습니다.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동적구성을 켜면 판단 구간이 재생 버퍼의 새 시기가 되어 w : 1-w 로 섞이고, 끄면 구간과 상관없이 전체에서 뽑습니다.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33007" y="4526280"/>
            <a:ext cx="5300319" cy="1627632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89039" y="4663440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는 동적구성을 켰을 때만 쓰인다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89039" y="4974336"/>
            <a:ext cx="47882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재학습은 사람이 [재학습] 창에서 시작하거나, [자동 재학습] 을 켜면 w &lt; 1.00 일 때 감시가 시작합니다. 동적구성을 켜면 w 가 웜스타트 여부(w=0 이면 새로 초기화)와 옛 : 새 비율을 정하고, 끄면 늘 웜스타트합니다. 학습률은 고정입니다.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구간 안에 근거가 모자라면(표본 500건 미만) 판단을 보류하고 w 는 1.00 으로 둡니다. 모르는 것을 이유로 모델을 버리지 않기 위해서입니다.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창에서 세대를 골라 되돌립니다.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5676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16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[20260924_145528 (직전) v]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[예행연습] [재학습 적용] [닫기]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[v] 재생버퍼 동적구성 [0.85][0.20] [저장]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[v] 자동 재학습 [ 24 ] 시간마다           09-24 14:55  20260924_145528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09-24 22:27  20260924_222750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운용된 적 있음       승격과 되돌림을 남깁니다. 목록에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       담는 것은 여기 있는 세대뿐입니다.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20260924_145528   운용된 적 있음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20260924_222750   운영중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걸음 뒤가 아니라 골라서 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되돌리기도 승격으로 기록되므로, 늘 한 걸음 뒤로만 가면 두 세대 사이를 왕복할 뿐 더 앞으로는 못 갑니다. 그래서 목록에서 고릅니다.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목록에는 운용에 올라간 적이 있는 세대만 담깁니다. 예행연습은 아무것도 남기지 않고, 시험에서 막힌 후보는 운용된 적이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되돌려도 경험 임계값은 그대로 둡니다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경험 임계값이 세는 것은 모델의 오차가 아니라 칸의 온도 그 자체라, 모델을 되돌려도 그대로 맞습니다.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되돌리기는 오토인코더 모델만 세대 단위로 돌립니다.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창 - 네 묶음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값은 users\&lt;현장&gt;\continual_learning.ini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10512"/>
            <a:ext cx="10874959" cy="344220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1956816"/>
            <a:ext cx="10582351" cy="314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[ 1단계 절대 임계값 ]  주의/경보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격자 최고 온도      [ 172 ][ 187 ]        ● 1단계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90 ][ 120 ]            온도 172/187도 · 상승 90/120도/분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[ 2단계 전환 조건 ]                       ● 2단계 경험임계값   사용 중        [임계값]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  [ 3000 ]                   표본 3,001/3,000 · 시간대 21/18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시간대  [   18 ]                   2026-10-01 15:31 DB 에서 되쌓음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[현재부터쌓기] [DB에서되쌓기]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[ 3단계·기여도 ]                          ● 3단계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판단 최소 일수        [    7 ]                 세대 20260929_115231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표본 수 (최소/최대)  [500][2000]               모델 2026-09-29 11:48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기여도 점수 0.9468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현모델 기여도 1.00 · 재학습 불필요          연속학습          현황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기여도 계산 2026-10-05 16:59                   최근 승격 2026-09-29 11:52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[ 3단계·재생 버퍼 ]                         운전 상태         전부하 운전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  [ 5000 ]                   최근 전부하 운전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최대 표본 수 [ 20000 ]                  가동 판정 온도 98도 (자동)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수집 일수    [    0 ]  0 = 전체         가동 7% · 2026-07-02 ~ 2026-10-05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시간대  [   18 ]                   2026-10-05 13:21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7044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등 색</a:t>
            </a:r>
          </a:p>
        </p:txBody>
      </p:sp>
      <p:sp>
        <p:nvSpPr>
          <p:cNvPr id="8" name="Oval 7"/>
          <p:cNvSpPr/>
          <p:nvPr/>
        </p:nvSpPr>
        <p:spPr>
          <a:xfrm>
            <a:off x="1527048" y="5916168"/>
            <a:ext cx="137160" cy="137160"/>
          </a:xfrm>
          <a:prstGeom prst="ellipse">
            <a:avLst/>
          </a:prstGeom>
          <a:solidFill>
            <a:srgbClr val="00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46504" y="588873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사용 중</a:t>
            </a:r>
          </a:p>
        </p:txBody>
      </p:sp>
      <p:sp>
        <p:nvSpPr>
          <p:cNvPr id="10" name="Oval 9"/>
          <p:cNvSpPr/>
          <p:nvPr/>
        </p:nvSpPr>
        <p:spPr>
          <a:xfrm>
            <a:off x="2980944" y="5916168"/>
            <a:ext cx="137160" cy="13716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88873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준비 중 — 차오르는 중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5916168"/>
            <a:ext cx="137160" cy="137160"/>
          </a:xfrm>
          <a:prstGeom prst="ellipse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51576" y="588873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꺼짐 · 집계 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144768"/>
            <a:ext cx="986911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메인 창 현장 콤보 앞의 등은 이 셋을 접은 것입니다. 노랑이 하나라도 있으면 노랑, 셋 다 회색일 때만 회색, 그 밖에는 초록입니다. 프로세스가 죽었거나 DB 가 끊기면 그쪽이 이겨 빨강이 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네 묶음은 [설정 저장] 하나로 함께 저장하고, 값이 하나라도 잘못되면 아무것도 쓰지 않습니다. 동적구성·문턱·자동 재학습은 [재학습] 창의 [저장] 으로 저장합니다.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28  TRAINING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표본 - 무엇을 배우는가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에서 학습에 쓸 프레임을 골라 모읍니다. 앞쪽 [3단계·기여도] 이 '기존 모델을 믿을지' 라면, 여기는 '무엇으로 학습할지' 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고르는 차례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2359152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32257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날짜 테이블 (수집 일수)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578608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results_history_YYYYMMDD 를 훑습니다 (수집 일수가 있으면 그 안의 것만)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980944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2944368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임계값으로만 거른다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3200400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모델 점수로 거르면 모델이 못 맞히는 구간이 학습에서 빠져 맹점이 고착됩니다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3602736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566160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날짜마다 같은 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382219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 몫 = 최대 표본 수 / 일수. 모자란 날의 몫은 다른 날로 넘깁니다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4224528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18795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하루 안은 48칸에 고르게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444398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시각(24) x 가동상태(2). 모자라면 복제하지 않고 있는 만큼만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[설정] · [재학습] 창에서 정합니다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3957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957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기본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39572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무엇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27066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최대 표본 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270662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60000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7066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최대 이만큼 모읍니다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01752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수집 일수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301752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301752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N일 테이블만 훑음, 0 =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328415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동적구성 ([재학습] 창)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328415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3328415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켜면 옛:새 = w:1-w, 끄면 전체에서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3" y="4160520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가동 판정 온도는 입력하지 않습니다. 재학습이 모은 프레임의 마스크 셀 최고 온도 분포를 가동/정지 두 덩어리로 가르는 자리(두 덩어리 사이의 한가운데)를 스스로 잡고, [설정] 창 [현재 진행] 의 운전 상태 아래에 값과 가동 비율, 계산 기간을 보여 줍니다. 재학습이나 예행연습을 하기 전에는 '계산 전'으로 보입니다.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919472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029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날짜마다 같은 몫이고, 하루 안에서는 시각과 가동 상태를 고르게 뽑습니다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321808"/>
            <a:ext cx="10424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하루에 프레임이 몇 건 쌓였든 하루의 비중은 같습니다. 그날 몫 안에서는 시각 24 x 가동 상태 2 = 48칸이 같은 몫을 받고, 칸 안에서는 모든 프레임이 같은 확률입니다.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기간이 길수록 하루의 몫이 작아집니다(180일이면 하루 약 110건). 오래된 자료의 비중을 줄이려면 재학습 수집 일수로 기간을 자르거나 재생버퍼 동적구성을 쓰십시오.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29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30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3단계로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continual_learning.ini · db_secrets.ini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경험 임계값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2단계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3단계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필요할 때 재학습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3단계로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31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32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· continual_learning.ini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users\&lt;user&gt;\db_secrets.ini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(1단계)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