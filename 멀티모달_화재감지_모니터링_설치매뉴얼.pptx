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17830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s8-web-camera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84831"/>
            <a:ext cx="768096" cy="768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32887" y="184708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설치 및 구성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2887" y="2331720"/>
            <a:ext cx="8778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멀티모달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화재감지 모니터링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32887" y="40416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B6CC"/>
                </a:solidFill>
                <a:latin typeface="맑은 고딕"/>
                <a:ea typeface="맑은 고딕"/>
                <a:cs typeface="맑은 고딕"/>
              </a:rPr>
              <a:t>열화상 · 자세추정 · 이상탐지 통합 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대상 현장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kict1 · cj_busan_1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실행 환경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732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Windows · Anaconda mmc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628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작성일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2026-09-20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01  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시스템은 무엇으로 이루어지는가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감시 프로그램 1개가 현장(user)마다 파이썬 프로세스 3개를 띄워 관리합니다.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14400" y="2404872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/ MFC 데스크톱 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프로세스 기동 · 정지 · 감시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상태와 화면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749039" y="2404872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서버에서 열화상 · 센서 수신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8x8 = 64셀로 축약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MySQL 에 적재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583679" y="2404872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이상 점수 산출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 복원 오차 기반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+ autoencoder 사용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results_history 에 기록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28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418319" y="2404872"/>
            <a:ext cx="475488" cy="475488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1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낙상 · 화재 검출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fall_detection.py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1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openpifpaf 자세추정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YOLO 화재 · 연기 검출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이미지 뷰어 표시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3036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9264" y="5431536"/>
            <a:ext cx="1025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6B60"/>
                </a:solidFill>
                <a:latin typeface="맑은 고딕"/>
                <a:ea typeface="맑은 고딕"/>
                <a:cs typeface="맑은 고딕"/>
              </a:rPr>
              <a:t>현장이 2곳이므로 정상 가동 시 파이썬 프로세스는 3 x 2 = 6개가 실행됩니다.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02 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데이터는 이렇게 흐릅니다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417320" y="1993392"/>
            <a:ext cx="365760" cy="365760"/>
          </a:xfrm>
          <a:prstGeom prst="ellipse">
            <a:avLst/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서버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B45"/>
                </a:solidFill>
                <a:latin typeface="Consolas"/>
                <a:ea typeface="Consolas"/>
                <a:cs typeface="Consolas"/>
              </a:rPr>
              <a:t>sangchoo.com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ir_img.csv
main_sensor.inf
rgb_img.jpg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6040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0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685032" y="199339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54096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64셀 축약
FIFO median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73752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93792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952744" y="1993392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8383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7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MySQL 8.0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&lt;user&gt;_sensor_data
current_value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41464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220456" y="1993392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6096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
fall_detection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이상 점수
낙상 · 화재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09176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29216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488168" y="1993392"/>
            <a:ext cx="365760" cy="365760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93808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표시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상태줄 · 목록
이미지 뷰어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828032"/>
            <a:ext cx="10874959" cy="105156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69264" y="5047488"/>
            <a:ext cx="1025316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수집 주기는 현장마다 다릅니다. 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서버의 파일이 갱신되지 않으면 같은 값이 반복 입력되어 점수가 고정됩니다. 센서 타임스탬프(ts)가 최신인지 debug_logs 에서 확인하십시오.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03 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폴더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6903720" cy="47330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28800"/>
            <a:ext cx="6501383" cy="433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          &lt;- ROOT_PATH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otg_monitoring.exe             감시 프로그램 (빌드 산출물)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otg_monitoring.ini             시작 폴더 · Anaconda 지정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libmysql.dll                   MySQL 클라이언트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source\                        공통 파이썬 모듈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server_to_db.py  db_utils.py  viewer_utils.py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cv_utils.py      utils.py     constants.py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predict_machine\predict_machine.py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fall_detection\fall_detection.py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fire_detection\best_epoch_31_fire_smoke_person.pt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users\&lt;user_ID&gt;\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env.ini        현장 설정 (DB · 네트워크 · 임계값)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secrets.ini    DB 비밀번호  (git 제외)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scaler.pkl / scaler.npz / autoencoder_final.pth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debug_logs\                    실행 로그 (프로세스별)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otg_monitoring\                C++ 소스 · Visual Studio 프로젝트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27632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865376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86216" y="18836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ROOT_PATH 가 기준점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286000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모든 경로는 이 폴더를 기준으로 계산됩니다. exe 와 데이터가 같은 폴더에 놓입니다.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200400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165592" y="3438144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6" y="34564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별 폴더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3858768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현장을 추가하려면 users 아래에 폴더를 만들고 env.ini 와 secrets.ini 를 넣습니다.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7848" y="4773168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65592" y="5010912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86216" y="50292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파일은 재생성 불가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5431536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와 autoencoder 가중치는 재학습 없이 복구할 수 없습니다. 반드시 백업하십시오.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04 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설정 파일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장비 고유 · 현장 고유 · 비밀 정보를 분리했습니다. 읽는 순서가 정해져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22576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9616" y="22860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2615184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장비(PC) 고유  ·  exe 와 같은 폴더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0407" y="2267712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[PATHS] ROOT_PATH = D:\MultiModal_FireCam\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ANACONDA_ROOT = C:\Users\&lt;계정&gt;\anaconda3\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ANACONDA_ENV = mmc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2907792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먼저 읽습니다. ROOT_PATH 가 env.ini 의 위치를 결정하기 때문입니다.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5295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2688" y="3803904"/>
            <a:ext cx="384048" cy="38404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99616" y="376732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409651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고유  ·  현장 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7" y="3749040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[NETWORK] ROOT_URL · MONITOR_SEAT_ORDER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DB_HOST · DB_USER · DB_NAME_SENSOR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임계값 · 격자 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9616" y="43891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현장마다 다른 값. 비밀번호는 여기에 두지 않습니다.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74959" cy="1133856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285232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9616" y="524865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57784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비밀 정보  ·  현장 폴더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0407" y="5230368"/>
            <a:ext cx="393192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DB_PASSWORD = ...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[DB_ADMIN] DB_ADMIN_PASSWORD = ...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9616" y="58704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git 추적 제외. users\secrets.ini.sample 을 복사해 만듭니다.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05  INSTALL  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사전 준비 — 세 가지를 먼저 설치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2057400"/>
            <a:ext cx="457200" cy="45720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MFC 포함 설치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데스크톱 개발 워크로드와
MFC 구성 요소를 반드시 포함합니다.
openpifpaf 빌드에도 필요합니다.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00016" y="2057400"/>
            <a:ext cx="457200" cy="45720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0016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mysql-installer-web-community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Server 와 Connector/C 를 설치합니다.
root 비밀번호를 기억해 두십시오.
libmysql.dll 경로가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467344" y="205740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Python 3.9 환경용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명령이 동작하는지
conda -V 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46320"/>
            <a:ext cx="10874959" cy="89446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9536" y="5047488"/>
            <a:ext cx="10472623" cy="492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-V                    # conda 24.x 처럼 버전이 나오면 정상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--version             # mysql  Ver 8.0.x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06  INSTALL  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파이썬 환경 (conda: mmc)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6903720" cy="379799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65376"/>
            <a:ext cx="6501383" cy="3395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환경 생성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create -n mmc python=3.9 -y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딥러닝 · 영상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torch==1.10.2 torchvision==0.11.3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openpifpaf==0.12.14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opencv-python  ultralytics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수치 · 이상탐지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numpy==1.26.4  "scipy&lt;1.10"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scikit-learn  joblib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DB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mysql-connector-python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64208"/>
            <a:ext cx="3346704" cy="173736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9019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4504" y="1920240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db_utils 를 설치하지 마십시오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395728"/>
            <a:ext cx="287121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PyPI 에 같은 이름의 무관한 패키지가 있습니다. 설치하면 프로젝트의 source\db_utils.py 대신 그쪽이 임포트되어 원인을 찾기 어려운 오류가 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566160"/>
            <a:ext cx="3346704" cy="21945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3785615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후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4169663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4169663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3.9.x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443484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numpy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6648" y="443484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1.25 ~ 1.26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4700016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torch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6648" y="470001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1.10.2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4965192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openpifpaf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6648" y="496519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0.12.14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5230368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52303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4.x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5495544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mysql-connector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54955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9.x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07  INSTALL  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데이터베이스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현장(user)마다 별도의 데이터베이스를 씁니다. 이름 규칙은 &lt;user_ID&gt;_sensor_data 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27645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49424"/>
            <a:ext cx="10472623" cy="236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-u root -p                      # root 비밀번호 입력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DATABASE kict1_sensor_data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CHARACTER SET utf8mb4 COLLATE utf8mb4_general_ci;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USER 'otg_user'@'localhost' IDENTIFIED BY '&lt;비밀번호&gt;';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GRANT ALL PRIVILEGES ON kict1_sensor_data.* TO 'otg_user'@'localhost';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FLUSH PRIVILEGES;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SHOW GRANTS FOR 'otg_user'@'localhost';   # 권한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413248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" y="5632704"/>
            <a:ext cx="102531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현장을 추가할 때마다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CREATE DATABASE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와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GRANT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를 반복합니다. 이력 테이블은 프로그램이 날짜별로 자동 생성합니다.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08  INSTALL  STEP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배치와 otg_monitoring.ini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7190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7373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폴더를 배치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2048255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D:\MultiModal_FireCam\ 아래에 source, predict_machine, fall_detection, users 를 둡니다.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6334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6517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DLL 을 함께 둡니다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9626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libmysql.dll, libcrypto-3-x64.dll, libssl-3-x64.dll 을 exe 와 같은 폴더에 둡니다.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5478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5661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8770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exe 와 같은 폴더에 둡니다. 이 파일이 없으면 exe 가 있는 폴더를 기준으로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72000"/>
            <a:ext cx="6675120" cy="198697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" y="4773168"/>
            <a:ext cx="6272783" cy="1584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otg_monitoring.ini  (exe 와 같은 폴더)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[PATHS]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ROOT_PATH = D:\MultiModal_FireCam\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[PYTHON]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ANACONDA_ROOT = C:\Users\&lt;계정&gt;\anaconda3\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ANACONDA_ENV  = mmc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1719072"/>
            <a:ext cx="3575304" cy="42062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73568" y="195681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읽는 순서</a:t>
            </a:r>
          </a:p>
        </p:txBody>
      </p:sp>
      <p:sp>
        <p:nvSpPr>
          <p:cNvPr id="17" name="Oval 16"/>
          <p:cNvSpPr/>
          <p:nvPr/>
        </p:nvSpPr>
        <p:spPr>
          <a:xfrm>
            <a:off x="7973568" y="2395728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37744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67004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를 먼저 정합니다.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7973568" y="3355848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333756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63016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아래에서 찾습니다.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7973568" y="4315968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29768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459028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비밀번호만 따로 읽습니다.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73568" y="5358384"/>
            <a:ext cx="3026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ROOT_PATH 가 잘못되면 env.ini 를 찾지 못했다는 메시지와 함께 프로그램이 즉시 종료됩니다.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09  INSTALL  STEP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비밀번호 분리 — secrets.ini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비밀번호는 env.ini 에 두지 않습니다. 저장소에 올라가지 않도록 별도 파일로 분리했습니다.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6675120" cy="266611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67712"/>
            <a:ext cx="6272783" cy="2263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견본을 복사해 현장 폴더에 만듭니다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users\cj_busan_1\secrets.ini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[DB_ADMIN]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DB_ADMIN_PASSWORD = &lt;root 비밀번호&gt;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[DB_RUNTIME]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DB_PASSWORD = &lt;otg_user 비밀번호&gt;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99248" y="2066543"/>
            <a:ext cx="3575304" cy="17007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73568" y="2286000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누가 읽는가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2633472"/>
            <a:ext cx="302666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파이썬은 env.ini 와 secrets.ini 를 이어서 읽어 하나로 합칩니다. C++ 은 비밀번호만 secrets.ini 에서 읽습니다.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3931920"/>
            <a:ext cx="3575304" cy="201168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973568" y="4169663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1879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빠뜨리면 즉시 중단됩니다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4626864"/>
            <a:ext cx="302666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secrets.ini 가 없으면 파일 경로와 함께 오류가 표시되고 프로그램이 멈춥니다. 조용히 잘못 동작하지 않으므로 원인 파악이 쉽습니다.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10  BUILD &amp;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빌드와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 빌드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75104"/>
            <a:ext cx="5120640" cy="221335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176272"/>
            <a:ext cx="4718303" cy="1811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Visual Studio 에서 열기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otg_monitoring\otg_monitoring.sln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구성 선택 후 빌드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Release  |  x64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산출물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D:\MultiModal_FireCam\otg_monitoring.exe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681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개별 실행 (문제 확인용)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029200"/>
            <a:ext cx="5120640" cy="108146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5230368"/>
            <a:ext cx="4718303" cy="679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D:\MultiModal_FireCam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source\server_to_db.py "kict1"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정상 동작 확인 순서</a:t>
            </a:r>
          </a:p>
        </p:txBody>
      </p:sp>
      <p:sp>
        <p:nvSpPr>
          <p:cNvPr id="11" name="Oval 10"/>
          <p:cNvSpPr/>
          <p:nvPr/>
        </p:nvSpPr>
        <p:spPr>
          <a:xfrm>
            <a:off x="6144768" y="2011680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0256" y="200253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프로그램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256" y="22860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제목표시줄에 웹캠 아이콘이 보입니다.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144768" y="285292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84378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선택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127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콤보박스에서 현장을 고릅니다. 해당 현장의 목록만 표시됩니다.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144768" y="3694176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0256" y="368503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시작 버튼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256" y="396849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약 18초에 걸쳐 프로세스가 차례로 기동합니다.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6144768" y="4535424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45262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상태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0256" y="4809744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[3] processes  |  err=0000 이 표시되면 정상입니다.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144768" y="5376672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536752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로그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256" y="565099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폴더에 프로세스별 로그가 쌓입니다.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11  OPERATION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화면 사용법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96112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3664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현장의 프로세스 6개를 차례로 기동합니다. 기동 중에는 다시 눌러도 무시됩니다.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663440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50992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기동한 프로세스를 모두 종료합니다.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3024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430768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격자 마스크 등 현장 설정 창을 엽니다.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96112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3664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폴더를 탐색기로 엽니다.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663440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0992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하단 프로세스 목록을 펼칩니다. 펼치면 문구가 접기 로 바뀝니다.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430768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프로그램을 종료합니다. 감시 중이면 확인을 한 번 묻습니다.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956048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157216"/>
            <a:ext cx="102531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선택한 현장의 목록과 이미지 뷰어만 화면에 표시됩니다. 콤보박스에서 현장을 바꾸면 목록도 이미지 창도 함께 교체됩니다.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12  TRAINING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모델은 어디서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운영 시스템이 쓰는 모델은 별도 폴더 D:\autoencoder 에서 만듭니다. conda 환경도 otg 로 다릅니다.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103120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084831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download_ir_raw.py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2093976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서버 → ir_raw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377439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 서버에서 raw 파일을 내려받습니다.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2743200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2724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conv_raw.py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734056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ir_raw → step_0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017520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raw 값을 온도 값으로 변환합니다.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3383280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336499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gen-samples.py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3374136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step_0 → step_1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657600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160x120 을 64개 격자 값으로 축약합니다.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4023360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00507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apply_median.py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4014216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step_1 → step_2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4297680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median 필터로 노이즈를 제거합니다.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" y="4663440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464515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apply_mask_extract.py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4654296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step_2 → step_3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" y="4937760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mach_area_mask.ini 의 설비 영역만 추출합니다.</a:t>
            </a:r>
          </a:p>
        </p:txBody>
      </p:sp>
      <p:sp>
        <p:nvSpPr>
          <p:cNvPr id="25" name="Oval 24"/>
          <p:cNvSpPr/>
          <p:nvPr/>
        </p:nvSpPr>
        <p:spPr>
          <a:xfrm>
            <a:off x="658368" y="5303520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528523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autoencoder-7.py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93008" y="5294376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step_3 → saved_models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" y="5577840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오토인코더를 학습해 모델을 저장합니다.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99248" y="2048256"/>
            <a:ext cx="3575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한 번에 실행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2395728"/>
            <a:ext cx="3575304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900416" y="2596896"/>
            <a:ext cx="3172968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99248" y="3968496"/>
            <a:ext cx="3575304" cy="19933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955279" y="416966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 폴더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4535424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D:\autoencoder\&lt;user&gt;\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ir_raw  raw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step_0  step_1  step_2  step_3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saved_models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13  HANDOVER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학습과 운영의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1993392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otg  (numpy 2.x)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6단계 파이프라인으로 모델을 만듭니다.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산출물은 saved_models 에 쌓입니다.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프로젝트 폴더 밖이라 git 추적 대상이 아닙니다.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4204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6368" y="1993392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500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D:\MultiModal_FireCam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mmc  (numpy 1.x)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predict_machine.py 가 모델을 읽습니다.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users\&lt;user&gt;\ 에 모델을 둡니다.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git 으로 백업됩니다.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40096" y="2871216"/>
            <a:ext cx="1517904" cy="384048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39572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복사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scaler.pkl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467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autoencoder_final.pth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96112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같은 회차의 짝을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scaler 와 autoencoder 는 한 번의 학습에서 함께 나온 것이어야 합니다. 따로 복사하면 점수가 조용히 틀어집니다.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663440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064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numpy 버전 차이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otg(2.x)에서 만든 scaler.pkl 은 mmc(1.x)에서 읽히지 않아, 같은 폴더의 scaler.npz 로 대체합니다.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24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430768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51392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학습 폴더도 백업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D:\autoencoder 는 프로젝트 밖이라 백업에서 빠지기 쉽습니다. 스크립트만이라도 보관하십시오.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14  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자주 겪는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10874959" cy="1042415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2093976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19659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계속 같은 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7904" y="231343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서버의 파일이 갱신되지 않는 경우입니다.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6048" y="2075688"/>
            <a:ext cx="6309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의 ts 값을 확인하십시오. 며칠 전 날짜라면 현장 장비의 업로드를 점검합니다.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35224"/>
            <a:ext cx="10874959" cy="1042415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32688" y="3246120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311810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db_utils 임포트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34655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PyPI 의 동명 패키지가 대신 잡힌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3227832"/>
            <a:ext cx="6309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pip uninstall db_utils 로 제거하고, ROOT_PATH 가 올바른지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87368"/>
            <a:ext cx="10874959" cy="1042415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32688" y="4398264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7904" y="427024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env.ini 를 찾을 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17904" y="46177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otg_monitoring.ini 의 ROOT_PATH 가 잘못된 경우입니다.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4379976"/>
            <a:ext cx="6309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메시지에 표시된 경로와 실제 폴더를 대조합니다.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239512"/>
            <a:ext cx="10874959" cy="1042415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32688" y="5550407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7904" y="542239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프로세스가 6개보다 적음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7904" y="576986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특정 스크립트만 기동 직후 종료된 경우입니다.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6048" y="5532120"/>
            <a:ext cx="6309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에서 해당 프로세스 로그의 마지막 줄을 확인합니다.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15 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점검표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 (MFC 포함) 설치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2316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1401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 Server 설치 및 root 비밀번호 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063239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05409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 설치, conda -V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7033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6941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conda 환경 mmc 생성 (python 3.9)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34340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33425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패키지 설치 완료 (db_utils 는 제외)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9834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9743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데이터베이스 · otg_user 계정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19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 배치 및 DLL 3개 복사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242316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19" y="241401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 (ROOT_PATH · ANACONDA)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063239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19" y="305409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users\&lt;user&gt;\env.ini 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7" y="37033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36941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users\&lt;user&gt;\secrets.ini 작성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7" y="434340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19" y="433425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scaler · autoencoder 복사 (D:\autoencoder 에서)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49834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19" y="49743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Release x64 빌드 후 시작 버튼으로 6개 기동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69280"/>
            <a:ext cx="10874959" cy="54864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69264" y="5815584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모두 완료되면 상태줄에 [3] processes | err=0000 이 표시됩니다.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