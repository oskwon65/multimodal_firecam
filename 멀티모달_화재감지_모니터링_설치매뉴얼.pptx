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진행바가 뜨고, 이미지 뷰어가 올라오면 사라집니다.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설정 영역을 펼칩니다. 목록과 같은 토글이라 펼친 채로 다른 버튼을 쓸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35440" y="268833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연속학습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2단계 모델을 스스로 갱신하며, 검증을 통과해야만 교체됩니다.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보관합니다. 통과하지 못한 후보와 예행연습 결과도 남겨 원인을 확인합니다. 되돌리기는 다음 장에서 다룹니다.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7802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1377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 직전 운용 세대로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&lt;세대&gt;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--keep-baseline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CAMERA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카메라가 밀렸을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이동은 재서 알려 주기만 합니다. 이미지도 마스크도 자동으로 되돌리지 않습니다.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무엇을 재는가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774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RGB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08" y="237744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base_img/base_ref.png 한 장과 위상 상관. 기동할 때 한 번.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94436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열화상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굳혀 둔 64셀 패턴과 대조. 운전 중 30분마다.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5112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믿을 수 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51129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response 가 0.30 미만이면 '판정 불가'. 거짓말보다 낫습니다.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062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3708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왜 보정하지 않는가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68172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되돌려도 score 가 0.088 에서 0.365 까지밖에 오르지 않습니다(정상 0.952). 게다가 가장자리에 공백이 생기고, 무엇으로 채우든 지어낸 값이 64차원 입력 전체를 흐립니다.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칸 수로는 모델 상태를 알 수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3957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이동량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39572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688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68833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298094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9809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273551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566159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3566159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385876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실제 1.3칸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8587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Consolas"/>
                <a:ea typeface="Consolas"/>
                <a:cs typeface="Consolas"/>
              </a:rPr>
              <a:t>0.088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4261104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7월 자료를 일부러 밀어 잰 값입니다. 3칸을 밀어도 0.890 인데 kict1 은 1.3칸에 0.088 입니다. 칸 수는 모델 손상을 예측하지 못합니다.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5029200"/>
            <a:ext cx="4937760" cy="8229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10527" y="5175504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그래서 2칸 이상이면 [설정] 화면에 '현장 조준 확인' 을 띄웁니다. 자동 보정이 아니라 사람에게 알리는 용도입니다.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MODEL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기존 모델을 얼마나 물려받는가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몇 칸 밀렸는지가 아니라 지금 몇 점을 내고 있는지로 정합니다.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판단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34086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최근 하루 mscore 의 중앙값입니다. 순간값을 쓰면 서서히 뜨거워지는 설비가 점수를 낮출 때 그 데이터로 재학습해 경보가 스스로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96265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다음 프레임은 빼고 셉니다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19" y="32735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절대 임계값이 걸린 프레임 — 이상일 수 있는 구간은 근거가 못 됩니다</a:t>
            </a:r>
          </a:p>
        </p:txBody>
      </p:sp>
      <p:sp>
        <p:nvSpPr>
          <p:cNvPr id="10" name="Oval 9"/>
          <p:cNvSpPr/>
          <p:nvPr/>
        </p:nvSpPr>
        <p:spPr>
          <a:xfrm>
            <a:off x="731519" y="3730752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85032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열화상이 멈춘 프레임 — 같은 값이 반복되면 점수도 가짜입니다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0116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→ 기여 가중치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239572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957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재학습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883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0.85 이상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68833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688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평소대로 (웜스타트 + 옛 자료)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29809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0.50 이상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298094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9809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절반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3" y="327355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0.20 이상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273551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273551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옛 자료 소량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3" y="356615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 아래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356615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566159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새로 시작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3" y="3913632"/>
            <a:ext cx="48463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문턱은 env.ini 의 CONTRIB_BAND_HIGH / MID / LOW 로 바꿉니다.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97680"/>
            <a:ext cx="10874959" cy="13258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44439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w = 0 이어도 옛 모델을 잊지는 않습니다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5488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가중치를 물려받지 않을 뿐, 감도 회귀 게이트의 비교 대상으로는 계속 씁니다. 새 모델이 옛 모델보다 둔해지면 승격을 막는 장치인데, 비교 대상이 없으면 그 장치가 무력해집니다.  또한 모델을 못 믿기로 했으면 그 모델의 점수로 학습 표본을 고르지도 않습니다 — 0단계 절대 임계값으로 거릅니다.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874959" cy="5029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9264" y="5870448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기여 가중치를 낮추려면 [설정] 창에서 계산 기준일을 먼저 지정해야 합니다. 비어 있으면 옛 시기와 새 시기를 가를 수 없어 가중치가 무시됩니다.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ROLLBACK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되돌리기 - 무엇으로 돌아가는가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시험을 통과한 모델도 현장에서 겪어 보면 아닐 수 있습니다. [재학습] 창의 [되돌리기] 로 직전에 운용하던 세대로 돌립니다.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5676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165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재학습 창 ]                             [ generation_history.txt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[cj_busan_1] 운용에 올라간 세대           09-23 14:51  20260923_145111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20260923_145111   운영중               09-24 12:14  20260924_121452  승격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20260924_121452   운용된 적 있음       09-24 12:54  20260923_145111  되돌림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예행연습 후보 3개는 숨겼습니다.           승격과 되돌림을 남깁니다. 되돌리기는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되돌릴 대상이 아닙니다.                   이 순서를 거슬러 갑니다.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[되돌리기] 대상은 20260924_121452 입니다.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되돌리기 ]        [예행연습] [진행] [닫기]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 후보는 대상이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예행연습도 학습을 끝까지 돌리고 결과를 같은 곳에 보관합니다. 그래서 폴더 순서로 "직전" 을 고르면 운용된 적 없는 후보로 갑니다.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cj_busan_1 은 세대 10개 중 실제로 올라간 것이 하나였습니다. 그래서 폴더가 아니라 승격 기록을 기준으로 삼습니다.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되돌리면 칸별 기준선도 함께 치웁니다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기준선은 그 모델이 칸마다 내는 오차의 분포입니다. 모델을 갈면 오차 크기가 달라져 임계치가 다른 모델 것이 됩니다.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지우지 않고 보관하므로 되돌릴 수 있습니다. 다시 쌓는 동안에는 0단계 절대 임계치만 작동합니다. 되돌린 뒤 [정지] -&gt; [시작] 이 필요합니다.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[설정] 버튼을 누르면 창 아래가 펼쳐집니다. 목록과 같은 토글이라 펼친 채로 다른 버튼을 쓸 수 있습니다. 값은 users\&lt;현장&gt;\env.ini 에 저장됩니다.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11680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12848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연속학습 조건 ]                         [ 현재 진행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표본수  [ 3000 ]              0단계 절대임계값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기준선 최소 시간대  [   18 ]                 온도 207/222도 · 상승 20/34도/분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표본수  [ 5000 ]              1단계 셀별기준선   집계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재학습 최소 시간대  [   18 ]                 표본 6,400/3,000 · 시간대 13/18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계산기준일   [ 2026-09-21 v ]             2단계 오토인코더   사용 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           모델 2026-09-20 18:28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절대 임계값 (0단계) ]  주의/경보        연속학습          대기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마스크 셀 최고 온도  [ 207 ][ 222 ]          재학습 가능 9,299/5,000건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분당 상승률          [  20 ][  34 ]          판단 점수 0.088 → 기여 0.00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설정 적용 ]   [ 재학습 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왼쪽 — 조건을 정한다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위 묶음은 단계가 언제 켜질지, 아래 묶음은 0단계가 언제 경보할지 정합니다. 버튼 하나로 함께 저장하며, 값이 하나라도 잘못되면 아무것도 쓰지 않습니다.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임계값은 설비마다 전혀 다릅니다. 네 칸을 모두 비우면 0단계가 꺼집니다.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4718304"/>
            <a:ext cx="5300319" cy="1444752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89039" y="4864608"/>
            <a:ext cx="478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계산기준일을 바꾸면 기준선을 새로 쌓습니다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9039" y="5175504"/>
            <a:ext cx="478825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정확히 잘라내지만, 셀별 기준선에는 표본별 시각이 없어 과거만 뺄 수 없습니다. 며칠치가 사라지므로 바뀔 때 확인을 묻습니다.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저장 후 [정지] → [시작] 을 눌러야 반영됩니다.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25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26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27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