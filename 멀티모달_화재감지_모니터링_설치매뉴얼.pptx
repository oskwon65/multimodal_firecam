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28032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69264" y="5047488"/>
            <a:ext cx="102531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마스크 등 현장 설정 창을 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93976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1965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7904" y="23134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2075688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35224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46120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31181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3227832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87368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32688" y="4398264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42702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7904" y="4617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4379976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239512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32688" y="5550407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5422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57698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553212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2316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1401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39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5409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7033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941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34340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33425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9834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743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42316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41401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063239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305409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7033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6941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34340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33425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· autoencoder 모델 파일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9834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9743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상태줄에 [3] processes | err=0000 이 표시됩니다.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