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235440" y="2615184"/>
            <a:ext cx="475488" cy="475488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6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재학습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스스로 갱신하며, 검증을 통과해야만 교체됩니다.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보관해 언제든 되돌립니다. 통과하지 못한 후보도 남겨 원인을 확인합니다.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3865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직전 세대로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mscore 의 중앙값입니다. 순간값을 쓰면 서서히 뜨거워지는 설비가 점수를 낮출 때 그 데이터로 재학습해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9626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2735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7307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850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 이상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절반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소량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 아래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913632"/>
            <a:ext cx="48463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문턱은 env.ini 의 CONTRIB_BAND_HIGH / MID / LOW 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users\&lt;현장&gt;\env.ini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5676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16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1단계 필터링 표본수  [ 3000 ]       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1단계 관측 시간      [   18 ]       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2단계 필터링 표본수  [ 5000 ]             1단계 셀별기준선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[ 2026-09-22 v ]                표본 3,000/3,000 · 시간대 9/18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   모델 2026-09-20 18:28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3단계 연속학습     대기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재학습 가능 3,200/5,000건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왼쪽 — 조건을 정한다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위 묶음은 단계가 언제 켜질지, 아래 묶음은 0단계가 언제 경보할지 정합니다. 버튼 하나로 함께 저장하며, 값이 하나라도 잘못되면 아무것도 쓰지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임계값은 설비마다 전혀 다릅니다. 네 칸을 모두 비우면 0단계가 꺼집니다.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기준선을 새로 쌓습니다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정확히 잘라내지만, 셀별 기준선에는 표본별 시각이 없어 과거만 뺄 수 없습니다. 며칠치가 사라지므로 바뀔 때 확인을 묻습니다.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저장 후 [정지] → [시작] 을 눌러야 반영됩니다.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