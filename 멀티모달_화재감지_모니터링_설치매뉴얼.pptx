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" y="178308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s8-web-camera-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084831"/>
            <a:ext cx="768096" cy="768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32887" y="184708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설치 및 구성 매뉴얼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32887" y="2331720"/>
            <a:ext cx="87782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멀티모달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화재감지 모니터링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32887" y="404164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8B6CC"/>
                </a:solidFill>
                <a:latin typeface="맑은 고딕"/>
                <a:ea typeface="맑은 고딕"/>
                <a:cs typeface="맑은 고딕"/>
              </a:rPr>
              <a:t>열화상 · 자세추정 · 이상탐지 통합 감시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대상 현장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kict1 · cj_busan_1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732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실행 환경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732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Windows · Anaconda mmc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628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작성일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8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2026-09-20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01  SYSTEM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시스템은 무엇으로 이루어지는가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감시 프로그램 1개가 현장(user)마다 파이썬 프로세스 3개를 띄워 관리합니다.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14400" y="2404872"/>
            <a:ext cx="475488" cy="47548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감시 프로그램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otg_monitoring.exe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C++ / MFC 데스크톱 앱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프로세스 기동 · 정지 · 감시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DB 상태와 화면 표시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93007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749039" y="2404872"/>
            <a:ext cx="475488" cy="47548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데이터 수집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server_to_db.py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서버에서 열화상 · 센서 수신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8x8 = 64셀로 축약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MySQL 에 적재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7647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583679" y="2404872"/>
            <a:ext cx="475488" cy="47548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7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이상 점수 산출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predict_machine.py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7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오토인코더 복원 오차 기반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scaler + autoencoder 사용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results_history 에 기록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62288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9418319" y="2404872"/>
            <a:ext cx="475488" cy="475488"/>
          </a:xfrm>
          <a:prstGeom prst="ellipse">
            <a:avLst/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1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낙상 · 화재 검출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1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A5ACD"/>
                </a:solidFill>
                <a:latin typeface="Consolas"/>
                <a:ea typeface="Consolas"/>
                <a:cs typeface="Consolas"/>
              </a:rPr>
              <a:t>fall_detection.py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1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openpifpaf 자세추정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YOLO 화재 · 연기 검출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이미지 뷰어 표시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23036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69264" y="5431536"/>
            <a:ext cx="1025316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6B60"/>
                </a:solidFill>
                <a:latin typeface="맑은 고딕"/>
                <a:ea typeface="맑은 고딕"/>
                <a:cs typeface="맑은 고딕"/>
              </a:rPr>
              <a:t>현장이 2곳이므로 정상 가동 시 파이썬 프로세스는 3 x 2 = 6개가 실행됩니다.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02  DATA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데이터는 이렇게 흐릅니다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417320" y="1993392"/>
            <a:ext cx="365760" cy="365760"/>
          </a:xfrm>
          <a:prstGeom prst="ellipse">
            <a:avLst/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서버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C2B45"/>
                </a:solidFill>
                <a:latin typeface="Consolas"/>
                <a:ea typeface="Consolas"/>
                <a:cs typeface="Consolas"/>
              </a:rPr>
              <a:t>sangchoo.com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ir_img.csv
main_sensor.inf
rgb_img.jpg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06040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26080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685032" y="1993392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90672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54096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server_to_db.py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64셀 축약
FIFO median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73752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93792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952744" y="1993392"/>
            <a:ext cx="365760" cy="365760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58383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저장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1807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MySQL 8.0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7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&lt;user&gt;_sensor_data
current_value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141464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61504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8220456" y="1993392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6096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predict_machine
fall_detection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이상 점수
낙상 · 화재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409176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729216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10488168" y="1993392"/>
            <a:ext cx="365760" cy="365760"/>
          </a:xfrm>
          <a:prstGeom prst="ellipse">
            <a:avLst/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93808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표시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57232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A5ACD"/>
                </a:solidFill>
                <a:latin typeface="Consolas"/>
                <a:ea typeface="Consolas"/>
                <a:cs typeface="Consolas"/>
              </a:rPr>
              <a:t>otg_monitoring.exe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상태줄 · 목록
이미지 뷰어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773168"/>
            <a:ext cx="5300319" cy="137160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32688" y="4956048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수집 주기는 현장마다 다릅니다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서버의 파일이 갱신되지 않으면 같은 값이 반복 입력되어 점수가 고정됩니다. 센서 타임스탬프(ts)가 최신인지 debug_logs 에서 확인하십시오.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3007" y="4773168"/>
            <a:ext cx="5300319" cy="137160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507327" y="4956048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분석 결과는 서버로 올라가지 않습니다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점수와 판정 이력은 이 PC 의 MySQL 에만 쌓입니다. 밖으로 나가는 것은 화재 감지 시의 SMS 발송뿐입니다. 서버에는 raw 원본이 남으므로 PC 이력이 사라져도 재분석은 가능합니다.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03 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폴더 구조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27632"/>
            <a:ext cx="6903720" cy="494957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59536" y="1828800"/>
            <a:ext cx="6501383" cy="4547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D:\MultiModal_FireCam\          &lt;- ROOT_PATH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otg_monitoring.exe             감시 프로그램 (빌드 산출물)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otg_monitoring.ini             시작 폴더 · Anaconda 지정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libmysql.dll                   MySQL 클라이언트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source\                        공통 파이썬 모듈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server_to_db.py  db_utils.py  viewer_utils.py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cv_utils.py      utils.py     constants.py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predict_machine\predict_machine.py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fall_detection\fall_detection.py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fire_detection\best_epoch_31_fire_smoke_person.pt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users\&lt;user_ID&gt;\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env.ini        현장 설정 (DB · 네트워크 · 격자)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continual_learning.ini      연속학습 설정 (임계값 · 단계 · 기여도 · 표본)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db_secrets.ini    DB 비밀번호  (git 제외)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scaler.pkl / scaler.npz / autoencoder_final.pth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debug_logs\                    실행 로그 (프로세스별)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otg_monitoring\                C++ 소스 · Visual Studio 프로젝트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7848" y="1627632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165592" y="1865376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86216" y="18836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ROOT_PATH 가 기준점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5592" y="2286000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모든 경로는 이 폴더를 기준으로 계산됩니다. exe 와 데이터가 같은 폴더에 놓입니다.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7848" y="3200400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8165592" y="3438144"/>
            <a:ext cx="310896" cy="310896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6" y="345643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 별 폴더 분리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3858768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현장을 추가하려면 users 아래에 폴더를 만들고 env.ini · continual_learning.ini · db_secrets.ini 를 넣습니다.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7848" y="4773168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165592" y="5010912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86216" y="502920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 파일은 재생성 불가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5592" y="5431536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scaler 와 autoencoder 가중치는 재학습 없이 복구할 수 없습니다. 반드시 백업하십시오.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04  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설정 파일 네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36192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장비 고유 · 현장 고유 · 운영 중 조정 · 비밀 정보를 나눴습니다. 읽는 순서가 정해져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83664"/>
            <a:ext cx="10874959" cy="106070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32688" y="2121408"/>
            <a:ext cx="384048" cy="38404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9616" y="208483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otg_monitoring.ini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9616" y="2395728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장비(PC) 고유  ·  exe 와 같은 폴더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0407" y="2066544"/>
            <a:ext cx="420624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[PATHS] ROOT_PATH = D:\MultiModal_FireCam\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[PYTHON] ANACONDA_ROOT = C:\Users\&lt;계정&gt;\anaconda3\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[PYTHON] ANACONDA_ENV = mmc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9616" y="2633472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가장 먼저 읽습니다. ROOT_PATH 가 env.ini 의 위치를 결정하기 때문입니다.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054096"/>
            <a:ext cx="10874959" cy="106070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32688" y="3291839"/>
            <a:ext cx="384048" cy="38404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99616" y="325526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users\&lt;user&gt;\env.ini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9616" y="3566160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설치할 때 정함  ·  현장 폴더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0407" y="3236976"/>
            <a:ext cx="420624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[NETWORK] ROOT_URL · MONITOR_SEAT_ORDER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[DB_RUNTIME] DB_HOST · DB_USER · DB_NAME_SENSOR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[CONSTANTS] 격자 크기 · 카메라 해상도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9616" y="3803904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한 번 정하면 거의 바꾸지 않는 값입니다.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24527"/>
            <a:ext cx="10874959" cy="106070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32688" y="4462271"/>
            <a:ext cx="384048" cy="38404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99616" y="4425695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users\&lt;user&gt;\continual_learning.ini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9616" y="4736592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운영 중 조정  ·  현장 폴더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0407" y="4407407"/>
            <a:ext cx="420624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[CONSTANTS] 절대 임계값 · 단계 전환 조건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[CONSTANTS] 기여도 판단 · 학습 표본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99616" y="4974336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[설정] 창이 읽고 씁니다. env.ini 뒤에 읽어 같은 열쇠면 이깁니다.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394959"/>
            <a:ext cx="10874959" cy="106070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932688" y="5632703"/>
            <a:ext cx="384048" cy="38404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99616" y="5596127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users\&lt;user&gt;\db_secrets.ini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9616" y="5907023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비밀 정보  ·  현장 폴더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50407" y="5577839"/>
            <a:ext cx="420624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[DB_RUNTIME] DB_PASSWORD = ...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[DB_ADMIN] DB_ADMIN_PASSWORD = ...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99616" y="6144767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git 추적 제외. users\db_secrets.ini.sample 을 복사해 만듭니다.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05  INSTALL  STEP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사전 준비 — 세 가지를 먼저 설치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32688" y="2057400"/>
            <a:ext cx="457200" cy="45720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Visual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MFC 포함 설치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C++ 데스크톱 개발 워크로드와
MFC 구성 요소를 반드시 포함합니다.
openpifpaf 빌드에도 필요합니다.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700016" y="2057400"/>
            <a:ext cx="457200" cy="457200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8.0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0016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mysql-installer-web-community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0016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Server 와 Connector/C 를 설치합니다.
root 비밀번호를 기억해 두십시오.
libmysql.dll 경로가 필요합니다.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3024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467344" y="2057400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0848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Anaconda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Python 3.9 환경용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7344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명령이 동작하는지
conda -V 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4988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46320"/>
            <a:ext cx="10874959" cy="894460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9536" y="5047488"/>
            <a:ext cx="10472623" cy="492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-V                    # conda 24.x 처럼 버전이 나오면 정상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mysql --version             # mysql  Ver 8.0.x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06  INSTALL  STEP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파이썬 환경 (conda: mmc)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6903720" cy="379799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59536" y="1865376"/>
            <a:ext cx="6501383" cy="3395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환경 생성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create -n mmc python=3.9 -y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mmc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딥러닝 · 영상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torch==1.10.2 torchvision==0.11.3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openpifpaf==0.12.14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opencv-python  ultralytics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수치 · 이상탐지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numpy==1.26.4  "scipy&lt;1.10"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scikit-learn  joblib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DB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mysql-connector-python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7848" y="1664208"/>
            <a:ext cx="3346704" cy="173736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165592" y="1901952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04504" y="1920240"/>
            <a:ext cx="2432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db_utils 를 설치하지 마십시오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5592" y="2395728"/>
            <a:ext cx="287121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PyPI 에 같은 이름의 무관한 패키지가 있습니다. 설치하면 프로젝트의 source\db_utils.py 대신 그쪽이 임포트되어 원인을 찾기 어려운 오류가 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7848" y="3566160"/>
            <a:ext cx="3346704" cy="21945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165592" y="3785615"/>
            <a:ext cx="2871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후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5592" y="4169663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python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6648" y="4169663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3.9.x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5592" y="4434840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numpy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56648" y="4434840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1.25 ~ 1.26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5592" y="4700016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torch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56648" y="470001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1.10.2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4965192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openpifpaf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6648" y="496519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0.12.14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5592" y="5230368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opencv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6648" y="5230368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4.x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5495544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mysql-connector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5495544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9.x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07  INSTALL  STEP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데이터베이스 준비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현장(user)마다 별도의 데이터베이스를 씁니다. 이름 규칙은 &lt;user_ID&gt;_sensor_data 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10874959" cy="276453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49424"/>
            <a:ext cx="10472623" cy="2362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mysql -u root -p                      # root 비밀번호 입력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CREATE DATABASE kict1_sensor_data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CHARACTER SET utf8mb4 COLLATE utf8mb4_general_ci;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CREATE USER 'otg_user'@'localhost' IDENTIFIED BY '&lt;비밀번호&gt;';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GRANT ALL PRIVILEGES ON kict1_sensor_data.* TO 'otg_user'@'localhost';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FLUSH PRIVILEGES;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SHOW GRANTS FOR 'otg_user'@'localhost';   # 권한 확인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5413248"/>
            <a:ext cx="10874959" cy="8778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9264" y="5632704"/>
            <a:ext cx="1025316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현장을 추가할 때마다 </a:t>
            </a: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CREATE DATABASE</a:t>
            </a: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 와 </a:t>
            </a: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GRANT</a:t>
            </a: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 를 반복합니다. 이력 테이블은 프로그램이 날짜별로 자동 생성합니다.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08  INSTALL  STEP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배치와 otg_monitoring.ini</a:t>
            </a:r>
          </a:p>
        </p:txBody>
      </p:sp>
      <p:sp>
        <p:nvSpPr>
          <p:cNvPr id="4" name="Oval 3"/>
          <p:cNvSpPr/>
          <p:nvPr/>
        </p:nvSpPr>
        <p:spPr>
          <a:xfrm>
            <a:off x="658368" y="17190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17373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폴더를 배치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2048255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D:\MultiModal_FireCam\ 아래에 source, predict_machine, fall_detection, users 를 둡니다.</a:t>
            </a:r>
          </a:p>
        </p:txBody>
      </p:sp>
      <p:sp>
        <p:nvSpPr>
          <p:cNvPr id="7" name="Oval 6"/>
          <p:cNvSpPr/>
          <p:nvPr/>
        </p:nvSpPr>
        <p:spPr>
          <a:xfrm>
            <a:off x="658368" y="26334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872" y="26517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DLL 을 함께 둡니다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2962656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libmysql.dll, libcrypto-3-x64.dll, libssl-3-x64.dll 을 exe 와 같은 폴더에 둡니다.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35478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35661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otg_monitoring.ini 작성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3877056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exe 와 같은 폴더에 둡니다. 이 파일이 없으면 exe 가 있는 폴더를 기준으로 동작합니다.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572000"/>
            <a:ext cx="6675120" cy="198697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9536" y="4773168"/>
            <a:ext cx="6272783" cy="15846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; otg_monitoring.ini  (exe 와 같은 폴더)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[PATHS]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ROOT_PATH = D:\MultiModal_FireCam\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[PYTHON]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ANACONDA_ROOT = C:\Users\&lt;계정&gt;\anaconda3\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ANACONDA_ENV  = mmc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1719072"/>
            <a:ext cx="3575304" cy="42062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973568" y="1956816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읽는 순서</a:t>
            </a:r>
          </a:p>
        </p:txBody>
      </p:sp>
      <p:sp>
        <p:nvSpPr>
          <p:cNvPr id="17" name="Oval 16"/>
          <p:cNvSpPr/>
          <p:nvPr/>
        </p:nvSpPr>
        <p:spPr>
          <a:xfrm>
            <a:off x="7973568" y="2395728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37744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otg_monitoring.ini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267004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ROOT_PATH 를 먼저 정합니다.</a:t>
            </a:r>
          </a:p>
        </p:txBody>
      </p:sp>
      <p:sp>
        <p:nvSpPr>
          <p:cNvPr id="20" name="Oval 19"/>
          <p:cNvSpPr/>
          <p:nvPr/>
        </p:nvSpPr>
        <p:spPr>
          <a:xfrm>
            <a:off x="7973568" y="3355848"/>
            <a:ext cx="310896" cy="310896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333756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users\&lt;user&gt;\env.ini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363016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ROOT_PATH 아래에서 찾습니다.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7973568" y="4315968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29768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users\&lt;user&gt;\db_secrets.ini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192" y="459028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비밀번호만 따로 읽습니다.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73568" y="5358384"/>
            <a:ext cx="30266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ROOT_PATH 가 잘못되면 env.ini 를 찾지 못했다는 메시지와 함께 프로그램이 즉시 종료됩니다.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09  INSTALL  STEP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비밀번호 분리 — db_secrets.ini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DB 비밀번호는 env.ini 에 두지 않습니다. 저장소에 올라가지 않도록 별도 파일로 분리했습니다.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66543"/>
            <a:ext cx="6675120" cy="2666110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67712"/>
            <a:ext cx="6272783" cy="2263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견본을 복사해 현장 폴더에 만듭니다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copy users\db_secrets.ini.sample users\kict1\db_secrets.ini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copy users\db_secrets.ini.sample users\cj_busan_1\db_secrets.ini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; users\kict1\db_secrets.ini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[DB_ADMIN]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DB_ADMIN_PASSWORD = &lt;root 비밀번호&gt;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[DB_RUNTIME]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DB_PASSWORD = &lt;otg_user 비밀번호&gt;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99248" y="2066543"/>
            <a:ext cx="3575304" cy="170078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73568" y="2286000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누가 읽는가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2633472"/>
            <a:ext cx="302666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파이썬은 env.ini 와 db_secrets.ini 를 이어서 읽어 하나로 합칩니다. C++ 은 비밀번호만 db_secrets.ini 에서 읽습니다.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99248" y="3931920"/>
            <a:ext cx="3575304" cy="201168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973568" y="4169663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18795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빠뜨리면 즉시 중단됩니다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73568" y="4626864"/>
            <a:ext cx="302666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db_secrets.ini 가 없으면 파일 경로와 함께 오류가 표시되고 프로그램이 멈춥니다. 조용히 잘못 동작하지 않으므로 원인 파악이 쉽습니다.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10  BUILD &amp;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빌드와 실행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27632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감시 프로그램 빌드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75104"/>
            <a:ext cx="5120640" cy="221335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176272"/>
            <a:ext cx="4718303" cy="1811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Visual Studio 에서 열기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otg_monitoring\otg_monitoring.sln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구성 선택 후 빌드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Release  |  x64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산출물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D:\MultiModal_FireCam\otg_monitoring.exe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681728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개별 실행 (문제 확인용)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5029200"/>
            <a:ext cx="5120640" cy="108146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9536" y="5230368"/>
            <a:ext cx="4718303" cy="679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mmc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D:\MultiModal_FireCam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source\server_to_db.py "kict1"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627632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정상 동작 확인 순서</a:t>
            </a:r>
          </a:p>
        </p:txBody>
      </p:sp>
      <p:sp>
        <p:nvSpPr>
          <p:cNvPr id="11" name="Oval 10"/>
          <p:cNvSpPr/>
          <p:nvPr/>
        </p:nvSpPr>
        <p:spPr>
          <a:xfrm>
            <a:off x="6144768" y="2011680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0256" y="2002536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프로그램 실행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0256" y="228600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제목표시줄에 웹캠 아이콘이 보입니다.</a:t>
            </a:r>
          </a:p>
        </p:txBody>
      </p:sp>
      <p:sp>
        <p:nvSpPr>
          <p:cNvPr id="14" name="Oval 13"/>
          <p:cNvSpPr/>
          <p:nvPr/>
        </p:nvSpPr>
        <p:spPr>
          <a:xfrm>
            <a:off x="6144768" y="2852928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0256" y="2843784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 선택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256" y="312724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콤보박스에서 현장을 고릅니다. 해당 현장의 목록만 표시됩니다.</a:t>
            </a:r>
          </a:p>
        </p:txBody>
      </p:sp>
      <p:sp>
        <p:nvSpPr>
          <p:cNvPr id="17" name="Oval 16"/>
          <p:cNvSpPr/>
          <p:nvPr/>
        </p:nvSpPr>
        <p:spPr>
          <a:xfrm>
            <a:off x="6144768" y="3694176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0256" y="3685032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시작 버튼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0256" y="3968496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약 18초에 걸쳐 프로세스가 차례로 기동합니다.</a:t>
            </a:r>
          </a:p>
        </p:txBody>
      </p:sp>
      <p:sp>
        <p:nvSpPr>
          <p:cNvPr id="20" name="Oval 19"/>
          <p:cNvSpPr/>
          <p:nvPr/>
        </p:nvSpPr>
        <p:spPr>
          <a:xfrm>
            <a:off x="6144768" y="4535424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0256" y="452628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상태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0256" y="4809744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[3] processes  |  err=0000 이 표시되면 정상입니다.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6144768" y="5376672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0256" y="536752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로그 확인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0256" y="565099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debug_logs 폴더에 프로세스별 로그가 쌓입니다.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11  OPERATION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화면 사용법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896112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83664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두 현장의 프로세스 6개를 차례로 기동합니다. 진행바가 뜨고, 이미지 뷰어가 올라오면 사라집니다. 기동 중에는 다시 눌러도 무시됩니다.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4663440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50992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기동한 프로세스를 모두 종료합니다.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3024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8430768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설정 영역을 펼칩니다. 목록과 같은 토글이라 펼친 채로 다른 버튼을 쓸 수 있습니다.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896112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폴더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83664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debug_logs 폴더를 탐색기로 엽니다.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5696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663440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50992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하단 프로세스 목록을 펼칩니다. 펼치면 문구가 접기 로 바뀝니다.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3024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430768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프로그램을 종료합니다. 감시 중이면 확인을 한 번 묻습니다.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956048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5157216"/>
            <a:ext cx="1025316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선택한 현장의 목록과 이미지 뷰어만 화면에 표시됩니다. 콤보박스에서 현장을 바꾸면 목록도 이미지 창도 함께 교체됩니다.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12  TRAINING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모델은 어디서 만들어지는가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운영 시스템이 쓰는 모델은 별도 폴더 D:\autoencoder 에서 만듭니다. conda 환경도 otg 로 다릅니다.</a:t>
            </a:r>
          </a:p>
        </p:txBody>
      </p:sp>
      <p:sp>
        <p:nvSpPr>
          <p:cNvPr id="5" name="Oval 4"/>
          <p:cNvSpPr/>
          <p:nvPr/>
        </p:nvSpPr>
        <p:spPr>
          <a:xfrm>
            <a:off x="658368" y="221284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219456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download_ir_raw.py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008" y="220370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서버 → ir_raw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48716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 서버에서 raw 파일을 내려받습니다.</a:t>
            </a:r>
          </a:p>
        </p:txBody>
      </p:sp>
      <p:sp>
        <p:nvSpPr>
          <p:cNvPr id="9" name="Oval 8"/>
          <p:cNvSpPr/>
          <p:nvPr/>
        </p:nvSpPr>
        <p:spPr>
          <a:xfrm>
            <a:off x="658368" y="285292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283464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conv_raw.py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284378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ir_raw → step_0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12724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raw 값을 온도 값으로 변환합니다.</a:t>
            </a:r>
          </a:p>
        </p:txBody>
      </p:sp>
      <p:sp>
        <p:nvSpPr>
          <p:cNvPr id="13" name="Oval 12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347472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gen-samples.py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348386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step_0 → step_1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376732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160x120 을 64개 격자 값으로 축약합니다.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413308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411480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apply_median.py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412394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step_1 → step_2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440740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median 필터로 노이즈를 제거합니다.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" y="4773168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" y="475488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autoencoder-7.py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3008" y="476402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step_2 → saved_models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" y="504748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적용 전인 64차원을 그대로 학습합니다.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04688"/>
            <a:ext cx="6583680" cy="694944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650992"/>
            <a:ext cx="60350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예전 5단계였던 apply_mask_extract.py (step_2 → step_3) 는 제거했습니다. 마스크는 학습이 아니라 채점에서만 쓰이기 때문입니다.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99248" y="2048256"/>
            <a:ext cx="3575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한 번에 실행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99248" y="2395728"/>
            <a:ext cx="3575304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900416" y="2596896"/>
            <a:ext cx="3172968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otg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D:\autoencoder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run_pipeline.bat kict1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99248" y="3968496"/>
            <a:ext cx="3575304" cy="199339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955279" y="4169663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현장별 데이터 폴더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4535424"/>
            <a:ext cx="3063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D:\autoencoder\&lt;user&gt;\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ir_raw  raw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step_0  step_1  step_2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saved_models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13  HANDOVER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학습과 운영의 관계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4297680" cy="26517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32688" y="1993392"/>
            <a:ext cx="420624" cy="42062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20482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D:\autoencoder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3749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환경 : otg  (numpy 2.x)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5단계 파이프라인으로 모델을 만듭니다.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산출물은 saved_models 에 쌓입니다.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프로젝트 폴더 밖이라 git 추적 대상이 아닙니다.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42048" y="1737360"/>
            <a:ext cx="4297680" cy="26517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516368" y="1993392"/>
            <a:ext cx="420624" cy="42062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65008" y="20482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D:\MultiModal_FireCam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16368" y="2615184"/>
            <a:ext cx="3749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환경 : mmc  (numpy 1.x)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predict_machine.py 가 모델을 읽습니다.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users\&lt;user&gt;\ 에 모델을 둡니다.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git 으로 백업됩니다.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340096" y="2871216"/>
            <a:ext cx="1517904" cy="384048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38928" y="2395728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복사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scaler.pkl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334670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autoencoder_final.pth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96112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6736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같은 회차의 짝을 유지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scaler 와 autoencoder 는 한 번의 학습에서 함께 나온 것이어야 합니다. 따로 복사하면 점수가 조용히 틀어집니다.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25696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4663440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064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numpy 버전 차이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otg(2.x)에서 만든 scaler.pkl 은 mmc(1.x)에서 읽히지 않아, 같은 폴더의 scaler.npz 로 대체합니다.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3024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8430768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51392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학습 폴더도 백업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0768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D:\autoencoder 는 프로젝트 밖이라 백업에서 빠지기 쉽습니다. 스크립트만이라도 보관하십시오.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14  TRAINING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학습을 실행합니다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학습은 운영과 분리된 D:\autoencoder 에서 conda 환경 otg 로 실행합니다. 현장 이름을 인자로 넘깁니다.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4825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실행 절차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95728"/>
            <a:ext cx="6400800" cy="321729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59536" y="2596896"/>
            <a:ext cx="5998464" cy="28149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1. 학습 환경으로 전환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otg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D:\autoencoder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2. 5단계를 한 번에 실행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run_pipeline.bat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단계별 실행 (필요할 때만)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download_ir_raw.py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conv_raw.py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gen-samples.py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apply_median.py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autoencoder-7.py kict1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5669280"/>
            <a:ext cx="6400800" cy="53035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5815584"/>
            <a:ext cx="5888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주요 설정값  ·  입력 64 · 잠재 16 · 배치 512 · 600 epoch · Adam lr 1e-4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51775" y="2048256"/>
            <a:ext cx="4178808" cy="17556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07807" y="2231136"/>
            <a:ext cx="3666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실제 학습 규모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07807" y="259689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kict1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07807" y="285292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2025-08-27 ~ 2026-02-10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2633472"/>
            <a:ext cx="12984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167,677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7807" y="3163824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cj_busan_1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7" y="3419856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2026-01-06 ~ 2026-07-04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76104" y="3200400"/>
            <a:ext cx="12984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954,601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51775" y="3931920"/>
            <a:ext cx="4178808" cy="222199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607807" y="4114800"/>
            <a:ext cx="3666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07807" y="4462272"/>
            <a:ext cx="3666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&lt;user&gt;\saved_models\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autoencoder_final.pth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scaler.pkl   scaler.npz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autoencoder_epoch_N.pth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training_log.csv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07807" y="5650992"/>
            <a:ext cx="36667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scaler.npz 는 학습이 자동으로 함께 만듭니다. 운영 환경의 numpy 1.x 대비용입니다.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15 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 구조와 점수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상태만 학습시켜, 처음 보는 열 분포는 복원에 실패하도록 만드는 방식입니다.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32991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532991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96031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1519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71519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934559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10047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410047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873087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48575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48575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11615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287103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87103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999232"/>
            <a:ext cx="10872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인코더가 64개 값을 16개로 압축하고, 디코더가 다시 64개로 되돌립니다.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511296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정확한 계층 구성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840480"/>
            <a:ext cx="5285232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59536" y="4041648"/>
            <a:ext cx="4882896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encoder : 64 -&gt; 32 -&gt; 16 -&gt; 16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decoder : 16 -&gt; 16 -&gt; 32 -&gt; 64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활성함수 : ReLU (마지막 층 제외)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3511296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점수 계산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5352" y="3840480"/>
            <a:ext cx="5285232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46520" y="4041648"/>
            <a:ext cx="4882896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mse   = 마스크 16셀의 재구성 오차 평균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score = exp(-mse * 10)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1.0 에 가까울수록 정상, 0 에 가까울수록 이상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974336"/>
            <a:ext cx="10874959" cy="118872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932688" y="5193792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8176" y="519379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마스크는 학습에 쓰이지 않습니다 — 가변 패턴 방식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8176" y="5559552"/>
            <a:ext cx="96926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학습은 64셀 전부를 그대로 씁니다. 마스크는 채점할 때 어느 셀의 오차를 평균낼지 고르는 데만 쓰입니다. 따라서 16셀 지정을 바꾸더라도 hotlist_mask_local.ini 파일만 교체하면 되고, 재학습은 필요 없습니다.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16  RETRAINING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다시 학습해야 할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증상이 비슷해 보여도 원인이 다릅니다. 재학습이 답이 아닌 경우를 먼저 가려내십시오.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5285232" cy="228600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231136"/>
            <a:ext cx="4736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재학습이 필요합니다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60903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43584" y="2578608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설비를 교체하거나 공정이 바뀌어 열 분포 자체가 달라진 경우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191256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3584" y="3108960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 구간에 없던 계절·환경 조건이 생긴 경우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3721607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639311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오탐 또는 미탐이 눈에 띄게 누적되는 경우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2048256"/>
            <a:ext cx="5285232" cy="228600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19672" y="2231136"/>
            <a:ext cx="4736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재학습이 필요 없습니다</a:t>
            </a:r>
          </a:p>
        </p:txBody>
      </p:sp>
      <p:sp>
        <p:nvSpPr>
          <p:cNvPr id="15" name="Oval 14"/>
          <p:cNvSpPr/>
          <p:nvPr/>
        </p:nvSpPr>
        <p:spPr>
          <a:xfrm>
            <a:off x="6537960" y="2660903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0568" y="2578608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마스크 16셀만 바꾼 경우 — 파일 교체로 즉시 반영됩니다</a:t>
            </a:r>
          </a:p>
        </p:txBody>
      </p:sp>
      <p:sp>
        <p:nvSpPr>
          <p:cNvPr id="17" name="Oval 16"/>
          <p:cNvSpPr/>
          <p:nvPr/>
        </p:nvSpPr>
        <p:spPr>
          <a:xfrm>
            <a:off x="6537960" y="3191256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30568" y="3108960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카메라 조준이 틀어진 경우 — 원위치 복원이 정답입니다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3721607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8" y="3639311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데이터가 끊긴 경우 — 장비 점검이 먼저입니다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535424"/>
            <a:ext cx="10874959" cy="162763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32688" y="4754880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4752" y="477316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kict1 — 2026-07-13, 점수가 0.003 까지 떨어졌지만 모델은 정상이었습니다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44752" y="5157216"/>
            <a:ext cx="960120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설비와 무관하게 늘 뜨거운 고정 열점이 격자 (4,1) 에 있었는데, 13:48~13:56 사이 (3,4) 로 옮겨갔습니다. 카메라가 위 1칸·오른쪽 3칸 밀린 것입니다. 마스크 16셀이 엉뚱한 곳을 보게 되어 점수가 떨어졌을 뿐, 모델과 마스크 자체는 멀쩡했습니다.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점검 방법 — 학습 데이터 평균에서 주변보다 뚜렷이 뜨거운 셀을 기준점으로 정해 두고, 그 셀이 계속 같은 자리인지만 보면 조준 이상을 바로 알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17  CONTINUAL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당일부터 동작시키기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예전에는 모델 파일이 없으면 프로그램이 종료되어, 새 현장은 수 주간 데이터를 모아 오토인코더를 만들기 전까지 감시 자체가 불가능했습니다. 이제는 준비된 만큼만 쓰고 계속 동작하며, 상위 단계가 준비되면 자동으로 올라갑니다.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96112" y="2615184"/>
            <a:ext cx="475488" cy="47548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절대 임계값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설치 즉시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학습 0건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고정된 온도·상승률 선. 학습 기반 판정이 모두 실패해도 이것만은 남습니다.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18688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38144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3675887" y="2615184"/>
            <a:ext cx="475488" cy="47548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1104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셀별 기준선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7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약 하루 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표본 3,000건 + 18시간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7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셀마다 정상 범위를 누적해 그 선을 넘은 만큼 채점합니다.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98463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17920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455664" y="2615184"/>
            <a:ext cx="475488" cy="47548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수 일~수 주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히스토리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 사이의 결합 분포까지 봅니다. 1단계가 놓치는 조합 이상을 잡습니다.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78240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97696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235440" y="2688336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연속학습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D6BA8"/>
                </a:solidFill>
                <a:latin typeface="맑은 고딕"/>
                <a:ea typeface="맑은 고딕"/>
                <a:cs typeface="맑은 고딕"/>
              </a:rPr>
              <a:t>지속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감도 시험 통과 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쌓인 데이터로 2단계 모델을 스스로 갱신하며, 검증을 통과해야만 교체됩니다.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992624"/>
            <a:ext cx="10874959" cy="1170432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932688" y="5212080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8176" y="521208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하위 단계는 상위 단계가 생겨도 계속 살아 있습니다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08176" y="557784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오토인코더나 기준선은 '이 현장의 평소'를 기준으로 판정하므로, 평소가 서서히 변하면 기준도 따라갑니다. 그 특성은 오탐을 줄이지만 서서히 커지는 위험을 놓칠 수 있다는 뜻이기도 합니다. 0단계의 고정선이 그 마지막 안전망입니다.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18  STAGE 0-1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 전에도 감시한다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0단계 · 절대 임계값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38528"/>
            <a:ext cx="52852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셀의 최대 온도와 분당 상승률을 고정선과 비교합니다. 학습이 전혀 없어도 동작합니다.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487168"/>
            <a:ext cx="5285232" cy="1572768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기본값을 두지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80944"/>
            <a:ext cx="477316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설비마다 정상 온도가 전혀 다릅니다. 실측 결과입니다.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kict1          정상 가동 중 마스크 셀이 197도까지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cj_busan_1     정상 가동의 99.05% 가 12도/분 초과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추측한 기본값은 쉬지 않고 경보를 울립니다. 미지정이면 0단계를 끄고 시작 시 경고합니다.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4114800"/>
            <a:ext cx="5285232" cy="1337373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59536" y="4315968"/>
            <a:ext cx="4882896" cy="935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users/&lt;user&gt;/continual_learning.ini  [CONSTANTS]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ABS_TEMP_WARN = 172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ABS_TEMP_ALARM = 187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ABS_RISE_WARN = 90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ABS_RISE_ALARM = 120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5352" y="1609344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1단계 · 셀별 기준선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5352" y="1938528"/>
            <a:ext cx="52852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"이 셀이 지금까지 이렇게 뜨거운 적이 있었는가" 를 봅니다. 평균에서 몇 σ 위인지가 아닙니다.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2487168"/>
            <a:ext cx="5285232" cy="157276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01384" y="265176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셀별 256칸 히스토그램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1384" y="2980944"/>
            <a:ext cx="477316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격자 온도가 0~255 정수라 근사가 아니라 정확한 상위 분위수를 얻습니다. 64KB, 저장 시 12KB.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설비는 가동/정지로 분포가 둘로 갈립니다. 표준편차 기반 판정은 그 사이 거리까지 삼켜 둔해집니다. 분위수는 분포 모양과 무관합니다.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4114800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실측 검증 (kict1 데이터)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4480560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프레임 500장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44805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오탐 0.00%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4718304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+20도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2872" y="471830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score 0.680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495604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+40도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62872" y="495604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score 0.227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519379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+100도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51937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score 0.008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468112"/>
            <a:ext cx="10874959" cy="694944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559552"/>
            <a:ext cx="103263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기준선은 2단계 이후에도 은퇴하지 않습니다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5852160"/>
            <a:ext cx="1032631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오토인코더가 준비되면 두 점수를 함께 내고 낮은 쪽을 씁니다. 한쪽만 이상이라 하면 불일치로 기록해 원인을 가리킵니다. 화면 이동 감시(정상 0.9998 / 이동 시 0.23)와 통계 누적도 계속됩니다.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19  RETRAIN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재학습 - 창에서 눌러 돌립니다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히스토리 DB 에 이미 64셀 값이 쌓이고 있어, 별도 수집 장치 없이 갱신합니다. 정해진 시각에 저절로 돌지는 않습니다 - [재학습] 창에서 눌러야 돌고, 가운데에 진행 판이 떠 경과 시간과 단계를 보여 줍니다.</a:t>
            </a:r>
          </a:p>
        </p:txBody>
      </p:sp>
      <p:sp>
        <p:nvSpPr>
          <p:cNvPr id="5" name="Oval 4"/>
          <p:cNvSpPr/>
          <p:nvPr/>
        </p:nvSpPr>
        <p:spPr>
          <a:xfrm>
            <a:off x="658368" y="2084831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" y="2066543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재생 버퍼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2359151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시간대(24) x 가동상태(2) = 48칸에서 고르게 표집합니다. 최근 것만 쓰면 여름에 겨울 패턴을 잊습니다.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926079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2907791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후보 학습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3200399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서빙과 같은 환경에서 학습하므로 numpy 버전 문제가 없습니다. 모델이 작아 CPU 로 수 분입니다.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3767328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374904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감도 회귀 시험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4041648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적합도만 보면 절반만 본 것입니다. 합성 이상을 주입해 여전히 잡아내는지 함께 봅니다.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4608576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59028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세대 보관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4882896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재학습을 실제로 돌린 경우만 보관합니다(10세대). 예행연습은 아무것도 남기지 않습니다. 되돌리기는 다음 장에서 다룹니다.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4928" y="2048256"/>
            <a:ext cx="3849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8" y="2377440"/>
            <a:ext cx="3849624" cy="178028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626096" y="2578608"/>
            <a:ext cx="3447288" cy="1377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retrain/nightly_retrain.py &lt;user&gt;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--dry-run     시험만, 교체 안 함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--list        세대 목록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--rollback    직전 운용 세대로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--rollback &lt;세대&gt;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--keep-baseline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8" y="3986784"/>
            <a:ext cx="3849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실측 — cj_busan_1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61504" y="433425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5168" y="433425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후보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05288" y="433425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현재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61504" y="460857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평균 점수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460857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05288" y="460857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0.816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1504" y="488289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오탐 비율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5168" y="488289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5288" y="488289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3.8%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1504" y="515721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+20도 주입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5168" y="51572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0.039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05288" y="51572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0.433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61504" y="543153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+40도 주입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5168" y="543153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0.004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05288" y="543153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0.112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5760720"/>
            <a:ext cx="3749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검증 구간이 최근이라 후보에 유리한 비교입니다. "지금 데이터에 어느 쪽이 맞는가" 로 보십시오.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20  CAMERA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카메라가 밀렸을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이동은 재서 알려 주기만 합니다. 이미지도 마스크도 자동으로 되돌리지 않습니다.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116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무엇을 재는가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237744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RGB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21408" y="237744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base_img/base_ref.png 한 장과 위상 상관. 기동할 때 한 번.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94436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열화상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1408" y="294436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굳혀 둔 64셀 패턴과 대조. 운전 중 30분마다.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3511296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믿을 수 있나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3511296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response 가 0.30 미만이면 '판정 불가'. 거짓말보다 낫습니다.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206240"/>
            <a:ext cx="5120640" cy="137160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43708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왜 보정하지 않는가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681728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되돌려도 score 가 0.088 에서 0.365 까지밖에 오르지 않습니다(정상 0.952). 게다가 가장자리에 공백이 생기고, 무엇으로 채우든 지어낸 값이 64차원 입력 전체를 흐립니다.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7" y="20116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칸 수로는 모델 상태를 알 수 없다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3" y="239572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이동량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3728" y="2395728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2783" y="2688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3728" y="268833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0.957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3" y="2980944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3728" y="2980944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3" y="3273551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3728" y="3273551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2783" y="3566159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3칸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3728" y="3566159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0.890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2783" y="385876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kict1 실제 1.3칸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3728" y="3858768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Consolas"/>
                <a:ea typeface="Consolas"/>
                <a:cs typeface="Consolas"/>
              </a:rPr>
              <a:t>0.088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2783" y="4261104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7월 자료를 일부러 밀어 잰 값입니다. 3칸을 밀어도 0.890 인데 kict1 은 1.3칸에 0.088 입니다. 칸 수는 모델 손상을 예측하지 못합니다.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6207" y="5029200"/>
            <a:ext cx="4937760" cy="82296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510527" y="5175504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그래서 2칸 이상이면 [설정] 화면에 '현장 조준 확인' 을 띄웁니다. 자동 보정이 아니라 사람에게 알리는 용도입니다.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21  MODEL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기존 모델을 얼마나 물려받는가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몇 칸 밀렸는지가 아니라 지금 몇 점을 내고 있는지로 정합니다. 점수는 표본을 지금 모델로 다시 매겨 구합니다.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116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판단 점수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2340864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최근 하루 프레임에서 표본 2,000건을 뽑아 지금 모델로 다시 매긴 점수의 중앙값입니다. DB 에 적힌 점수는 그때 돌던 모델의 것이라 세대를 갈아 끼운 날이면 여러 모델의 점수가 섞입니다. 순간값 대신 중앙값을 쓰는 이유는 따로 있습니다 — 서서히 뜨거워지는 설비가 점수를 낮출 때 그 데이터로 재학습하면 경보가 스스로 사라집니다.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321868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다음 프레임은 빼고 셉니다</a:t>
            </a:r>
          </a:p>
        </p:txBody>
      </p:sp>
      <p:sp>
        <p:nvSpPr>
          <p:cNvPr id="8" name="Oval 7"/>
          <p:cNvSpPr/>
          <p:nvPr/>
        </p:nvSpPr>
        <p:spPr>
          <a:xfrm>
            <a:off x="731519" y="3529584"/>
            <a:ext cx="164592" cy="16459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483864"/>
            <a:ext cx="47548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절대 임계값이 걸린 프레임 — 이상일 수 있는 구간은 근거가 못 됩니다</a:t>
            </a:r>
          </a:p>
        </p:txBody>
      </p:sp>
      <p:sp>
        <p:nvSpPr>
          <p:cNvPr id="10" name="Oval 9"/>
          <p:cNvSpPr/>
          <p:nvPr/>
        </p:nvSpPr>
        <p:spPr>
          <a:xfrm>
            <a:off x="731519" y="3986783"/>
            <a:ext cx="164592" cy="16459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941063"/>
            <a:ext cx="47548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열화상이 멈춘 프레임 — 같은 값이 반복되면 점수도 가짜입니다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20116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점수 → 기여 가중치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2783" y="239572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점수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9248" y="2395728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7" y="23957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재학습 방식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3" y="268833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0.85 이상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99248" y="2688336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7" y="2688336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평소대로 (웜스타트 + 옛 자료)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3" y="298094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0.70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9248" y="2980944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0.77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2980944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두 끝 사이는 직선으로 잇습니다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3" y="3273551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0.50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99248" y="3273551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0.46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3273551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기여만큼만 옛 자료를 섞습니다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2783" y="3566159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0.20 이하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99248" y="3566159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3566159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웜스타트 없이 새로 시작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2783" y="3675887"/>
            <a:ext cx="4846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두 끝 사이를 직선으로 이어 0.849 와 0.851 이 딴 학습이 되지 않게 합니다. 두 끝과 판단 기간·최소 프레임·표본 상한은 [설정] 창의 [ 기여도 판단 ] 에서 바꿉니다.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4297680"/>
            <a:ext cx="10874959" cy="132588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32688" y="4443984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w = 0 이어도 옛 모델을 잊지는 않습니다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4754880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가중치를 물려받지 않을 뿐, 감도 회귀 게이트의 비교 대상으로는 계속 씁니다. 새 모델이 옛 모델보다 둔해지면 승격을 막는 장치인데, 비교 대상이 없으면 그 장치가 무력해집니다.  또한 모델을 못 믿기로 했으면 그 모델의 점수로 학습 표본을 고르지도 않습니다 — 0단계 절대 임계값으로 거릅니다.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742432"/>
            <a:ext cx="10874959" cy="50292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69264" y="5870448"/>
            <a:ext cx="102531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기여 가중치를 낮추려면 [설정] 창에서 계산 기준일을 먼저 지정해야 합니다. 비어 있으면 옛 시기와 새 시기를 가를 수 없어 가중치가 무시됩니다.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22  ROLLBACK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되돌리기 - 무엇으로 돌아가는가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감도 시험을 통과한 모델도 현장에서 겪어 보면 아닐 수 있습니다. [재학습] 창에서 세대를 골라 되돌립니다.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11680"/>
            <a:ext cx="10874959" cy="217398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12848"/>
            <a:ext cx="10472623" cy="1771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재학습 창 ]                             [ generation_history.txt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[되돌리기] [20260924_145528 (직전) v]     09-23 14:51  20260923_145111  승격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 [예행연습] [재학습 적용] [닫기]   09-24 12:14  20260924_121452  승격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                                   09-24 12:54  20260923_145111  되돌림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[cj_busan_1] 운용에 올라간 세대           09-24 14:55  20260924_145528  승격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20260923_145111   운용된 적 있음       09-24 22:27  20260924_222750  승격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20260924_121452   운용된 적 있음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20260924_145528   운용된 적 있음       승격과 되돌림을 남깁니다. 목록에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20260924_222750   운영중               담는 것은 여기 있는 세대뿐입니다.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4718304"/>
            <a:ext cx="5300319" cy="144475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4864608"/>
            <a:ext cx="478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한 걸음 뒤가 아니라 골라서 간다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75504"/>
            <a:ext cx="47882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되돌리기도 승격으로 기록되므로, 늘 한 걸음 뒤로만 가면 두 세대 사이를 왕복할 뿐 더 앞으로는 못 갑니다. 그래서 목록에서 고릅니다.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목록에는 운용에 올라간 적이 있는 세대만 담깁니다. 예행연습은 아무것도 남기지 않고, 시험에서 막힌 후보는 운용된 적이 없습니다.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4718304"/>
            <a:ext cx="5300319" cy="1444752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89039" y="4864608"/>
            <a:ext cx="478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되돌리면 칸별 기준선도 함께 치웁니다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9039" y="5175504"/>
            <a:ext cx="47882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기준선은 그 모델이 칸마다 내는 오차의 분포입니다. 모델을 갈면 오차 크기가 달라져 임계치가 다른 모델 것이 됩니다.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지우지 않고 보관하므로 되돌릴 수 있습니다. 다시 쌓는 동안에는 0단계 절대 임계치만 작동합니다. 되돌린 뒤 [정지] -&gt; [시작] 이 필요합니다.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23  STAGE SETTINGS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단계 전환 조건 바꾸기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[설정] 버튼을 누르면 창 아래가 펼쳐집니다. 목록과 같은 토글이라 펼친 채로 다른 버튼을 쓸 수 있습니다. 값은 users\&lt;현장&gt;\continual_learning.ini 에 저장됩니다.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38528"/>
            <a:ext cx="10874959" cy="376847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139696"/>
            <a:ext cx="10472623" cy="33661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연속학습 조건 ]                         [ 현재 진행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기준선 최소 표본수/시간대 [3000][18]      0단계 절대임계값   사용 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재학습 최소 표본수/시간대 [5000][18]         온도 207/222도 · 상승 20/34도/분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계산기준일   [ 2026-09-21 v ]             1단계 셀별기준선   집계 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                                      표본 6,400/3,000 · 시간대 13/18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절대 임계값 (0단계) ]  주의/경보        2단계 오토인코더   사용 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마스크 셀 최고 온도  [ 207 ][ 222 ]          세대 20260925_152357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분당 상승률          [  20 ][  34 ]          모델 2026-09-25 15:23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기여도 판단 ]                           연속학습          적용됨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판단 기간 (테이블 수)    [    7 ]            최근 승격 2026-09-25 15:23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최소 프레임/표본 상한 [500][2000]            판단 점수 0.960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기여 문턱 (하/상)    [0.20][0.85]            기존 모델 기여 1.00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학습 표본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목표 표본 수 [60000] 정상 판정선 [0.5]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가동 판정 온도  [      ] 비우면 자동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] 시기를 나누어 담기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설정 적용 ]   [ 재학습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815584"/>
            <a:ext cx="9509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네 묶음을 [설정 적용] 하나로 함께 저장합니다. 값이 하나라도 잘못되면 아무것도 쓰지 않고, 저장 뒤 [정지] → [시작] 을 눌러야 반영됩니다.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계산기준일을 바꾸면 셀별 기준선을 버리고 처음부터 다시 쌓습니다 — 며칠치가 사라지므로 바뀔 때 확인을 묻습니다.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24  TRAINING SAMPLE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 표본 - 무엇을 배우는가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히스토리 DB 에서 학습에 쓸 프레임을 골라 모읍니다. 앞쪽 [기여도 판단] 이 '기존 모델을 믿을지' 라면, 여기는 '무엇으로 학습할지' 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116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고르는 차례</a:t>
            </a:r>
          </a:p>
        </p:txBody>
      </p:sp>
      <p:sp>
        <p:nvSpPr>
          <p:cNvPr id="6" name="Oval 5"/>
          <p:cNvSpPr/>
          <p:nvPr/>
        </p:nvSpPr>
        <p:spPr>
          <a:xfrm>
            <a:off x="694944" y="2359152"/>
            <a:ext cx="237744" cy="23774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5" y="2322576"/>
            <a:ext cx="4754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날짜 테이블 전체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5" y="2578608"/>
            <a:ext cx="47548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results_history_YYYYMMDD 를 모두 훑습니다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980944"/>
            <a:ext cx="237744" cy="23774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5" y="2944368"/>
            <a:ext cx="4754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정상만 남긴다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5" y="3200400"/>
            <a:ext cx="47548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지금 모델로 다시 매긴 점수와 그때 적힌 점수 중 하나만 판정선을 넘으면 받습니다</a:t>
            </a:r>
          </a:p>
        </p:txBody>
      </p:sp>
      <p:sp>
        <p:nvSpPr>
          <p:cNvPr id="12" name="Oval 11"/>
          <p:cNvSpPr/>
          <p:nvPr/>
        </p:nvSpPr>
        <p:spPr>
          <a:xfrm>
            <a:off x="694944" y="3602736"/>
            <a:ext cx="237744" cy="23774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5" y="3566160"/>
            <a:ext cx="4754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48칸에 나눠 담는다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5" y="3822192"/>
            <a:ext cx="47548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시각(24) x 가동상태(2). 자료가 몰린 시간대에 끌려가지 않게 합니다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4224528"/>
            <a:ext cx="237744" cy="23774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5" y="4187952"/>
            <a:ext cx="4754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목표만큼 꺼낸다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5" y="4443984"/>
            <a:ext cx="47548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칸마다 같은 몫씩. 모자라면 복제하지 않고 있는 만큼만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6207" y="20116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[설정] 창에서 정합니다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3" y="2395728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65008" y="23957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기본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395728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무엇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3" y="2706624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목표 표본 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5008" y="270662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60000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8" y="2706624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이만큼 모읍니다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2783" y="3017520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판정선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65008" y="301752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8" y="3017520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 점수 위만 학습에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2783" y="3328415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가동 판정 온도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65008" y="3328415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자동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79408" y="3328415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비우면 자료에서 잡습니다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72783" y="3639311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시기 나누어 담기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65008" y="3639311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79408" y="3639311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켜면 칸이 시기별로 늘어납니다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72783" y="4041648"/>
            <a:ext cx="4846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가동 판정 온도를 비우면 앞쪽 2,000건 최고온도의 중앙값으로 잡습니다. 그 2,000건은 판정선이 아직 없어 모두 정지로 들어갑니다. 현장에서 아는 값이 있으면 적는 편이 낫습니다.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4919472"/>
            <a:ext cx="10874959" cy="118872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932688" y="5029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시기는 날짜를 적는 것이 아니라 자료가 끊긴 자리로 나뉩니다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" y="5321808"/>
            <a:ext cx="104241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자료가 7일 이상 끊기면 그 앞뒤를 다른 시기로 봅니다. 설비를 고치거나 카메라를 옮겨 한동안 멈춘 자리가 저절로 경계가 됩니다. 끊긴 적이 없는 현장은 시기가 하나라 켜도 칸이 그대로입니다 — 어느 현장에 켜 두어도 부작용이 없습니다.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끄면 자료가 많은 시기가 그만큼 많이 뽑힙니다. 칸 안에서는 모든 프레임이 같은 확률이라 비율이 그대로 보존되어, 두 달 전 자료가 표본의 대부분을 차지할 수 있습니다.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25  SAFETY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연속 학습의 안전 규칙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적응(무엇이 정상인가 배우기)과 탐지(이상을 알리기)는 반드시 분리되어야 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03120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32688" y="2331720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249424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이상 프레임은 학습하지 않는다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96128" y="2286000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서서히 커지는 열점을 '요즘의 정상' 으로 흡수하면, 정작 위험할 때 경보가 나오지 않습니다.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99232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32688" y="3227832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145536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절대 임계값은 적응하지 않는다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82112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평소가 무엇이든 상관없이 고정된 선을 지킵니다. 학습 기반 판정이 모두 실패해도 남습니다.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95344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32688" y="4123944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04164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급격한 변화는 배우지 말고 알린다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078224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카메라가 밀리면 학습을 멈추고 경보합니다. 조준을 되돌리면 자동으로 해제됩니다.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791456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32688" y="5020056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93776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현재 모델보다 둔해지면 승격하지 않는다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96128" y="4974336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절대 기준만으로는 세대마다 조금씩 나빠지는 것을 못 잡습니다.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687568"/>
            <a:ext cx="10874959" cy="512064"/>
          </a:xfrm>
          <a:prstGeom prst="roundRect">
            <a:avLst>
              <a:gd name="adj" fmla="val 6000"/>
            </a:avLst>
          </a:prstGeom>
          <a:solidFill>
            <a:srgbClr val="2A3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815584"/>
            <a:ext cx="1032631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kict1 사례 — 카메라가 틀어진 뒤 모든 프레임이 이상으로 판정되어, 재생 버퍼가 비고 재학습이 자동 보류되었습니다. 규칙 1이 동작한 것입니다.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26  COMMISSIONING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신규 현장 도입 절차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오토인코더는 그 현장을 본 적이 있어야 만들 수 있습니다. 첫날부터 2단계로 시작하려면 시운전 기간을 학습 기간으로 함께 쓰십시오.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D+0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당일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298094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카메라 설치, 배선 점검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325526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env.ini · continual_learning.ini · db_secrets.ini 작성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352958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ABS_TEMP · ABS_RISE 지정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7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41247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0단계 경보 즉시 동작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218688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675887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D+0~1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5887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기준선 누적</a:t>
            </a:r>
          </a:p>
        </p:txBody>
      </p:sp>
      <p:sp>
        <p:nvSpPr>
          <p:cNvPr id="20" name="Oval 19"/>
          <p:cNvSpPr/>
          <p:nvPr/>
        </p:nvSpPr>
        <p:spPr>
          <a:xfrm>
            <a:off x="3712463" y="298094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50208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하루를 한 바퀴 돌 때까지 대기</a:t>
            </a:r>
          </a:p>
        </p:txBody>
      </p:sp>
      <p:sp>
        <p:nvSpPr>
          <p:cNvPr id="22" name="Oval 21"/>
          <p:cNvSpPr/>
          <p:nvPr/>
        </p:nvSpPr>
        <p:spPr>
          <a:xfrm>
            <a:off x="3712463" y="325526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50208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표본 3,000건 + 시간대 18개</a:t>
            </a:r>
          </a:p>
        </p:txBody>
      </p:sp>
      <p:sp>
        <p:nvSpPr>
          <p:cNvPr id="24" name="Oval 23"/>
          <p:cNvSpPr/>
          <p:nvPr/>
        </p:nvSpPr>
        <p:spPr>
          <a:xfrm>
            <a:off x="3712463" y="352958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50208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주야 변화를 모두 관측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21024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621024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1단계 채점 시작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998463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0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55664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D+1~3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첫 모델</a:t>
            </a:r>
          </a:p>
        </p:txBody>
      </p:sp>
      <p:sp>
        <p:nvSpPr>
          <p:cNvPr id="32" name="Oval 31"/>
          <p:cNvSpPr/>
          <p:nvPr/>
        </p:nvSpPr>
        <p:spPr>
          <a:xfrm>
            <a:off x="6492240" y="298094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29983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nightly_retrain.py 실행</a:t>
            </a:r>
          </a:p>
        </p:txBody>
      </p:sp>
      <p:sp>
        <p:nvSpPr>
          <p:cNvPr id="34" name="Oval 33"/>
          <p:cNvSpPr/>
          <p:nvPr/>
        </p:nvSpPr>
        <p:spPr>
          <a:xfrm>
            <a:off x="6492240" y="325526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29983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감도 회귀 시험 통과 시 승격</a:t>
            </a:r>
          </a:p>
        </p:txBody>
      </p:sp>
      <p:sp>
        <p:nvSpPr>
          <p:cNvPr id="36" name="Oval 35"/>
          <p:cNvSpPr/>
          <p:nvPr/>
        </p:nvSpPr>
        <p:spPr>
          <a:xfrm>
            <a:off x="6492240" y="352958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29983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predict_machine 재시작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0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400800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2단계 시작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8778240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997696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235440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D6BA8"/>
                </a:solidFill>
                <a:latin typeface="Consolas"/>
                <a:ea typeface="Consolas"/>
                <a:cs typeface="Consolas"/>
              </a:rPr>
              <a:t>D+3~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440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정식 가동</a:t>
            </a:r>
          </a:p>
        </p:txBody>
      </p:sp>
      <p:sp>
        <p:nvSpPr>
          <p:cNvPr id="44" name="Oval 43"/>
          <p:cNvSpPr/>
          <p:nvPr/>
        </p:nvSpPr>
        <p:spPr>
          <a:xfrm>
            <a:off x="9272016" y="298094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09760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세 단계가 함께 동작</a:t>
            </a:r>
          </a:p>
        </p:txBody>
      </p:sp>
      <p:sp>
        <p:nvSpPr>
          <p:cNvPr id="46" name="Oval 45"/>
          <p:cNvSpPr/>
          <p:nvPr/>
        </p:nvSpPr>
        <p:spPr>
          <a:xfrm>
            <a:off x="9272016" y="325526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09760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필요할 때 재학습</a:t>
            </a:r>
          </a:p>
        </p:txBody>
      </p:sp>
      <p:sp>
        <p:nvSpPr>
          <p:cNvPr id="48" name="Oval 47"/>
          <p:cNvSpPr/>
          <p:nvPr/>
        </p:nvSpPr>
        <p:spPr>
          <a:xfrm>
            <a:off x="9272016" y="352958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09760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세대 보관으로 언제든 복귀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180576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9180576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D6BA8"/>
                </a:solidFill>
                <a:latin typeface="맑은 고딕"/>
                <a:ea typeface="맑은 고딕"/>
                <a:cs typeface="맑은 고딕"/>
              </a:rPr>
              <a:t>연속 학습 정상 운영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" y="4425696"/>
            <a:ext cx="5300319" cy="173736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932688" y="4645152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08176" y="4663440"/>
            <a:ext cx="42944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다른 현장의 모델을 복사하지 마십시오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2688" y="5065776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모델이 아는 것은 "22번 칸은 보통 60도" 같은 칸 번호와 온도의 대응입니다. 같은 번호라도 현장마다 가리키는 실제 위치가 다릅니다.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복사해도 오류 없이 돌아가고 점수도 나옵니다. 다만 그 값에 의미가 없습니다 — 조용히 틀린 답을 자신 있게 내놓는 상태입니다. 같은 카메라·같은 설비에서 PC만 교체하는 경우만 예외입니다.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33007" y="4425696"/>
            <a:ext cx="5300319" cy="173736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6507327" y="4645152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82815" y="4663440"/>
            <a:ext cx="42944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시운전 기간과 겹쳐 쓰십시오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07327" y="5065776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배선과 시험 운전에 어차피 며칠이 듭니다. 카메라를 먼저 올려 두면 그 기간에 학습이 끝나, 정식 가동 시점에는 이미 2단계로 시작할 수 있습니다.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시운전 중 설비를 세워 두면 '정지 상태' 만 배웁니다. 가동과 정지를 모두 겪게 하십시오.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27  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자주 겪는 문제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19842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8653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점수가 계속 같은 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1762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현장 서버의 파일이 갱신되지 않는 경우입니다.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6048" y="19202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debug_logs 의 ts 값을 확인하십시오. 며칠 전 날짜라면 현장 장비의 업로드를 점검합니다.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6517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14400" y="28986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7797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점수가 낮게만 유지됨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0906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카메라 조준이 틀어진 경우입니다.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8346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학습 데이터에서 늘 뜨거웠던 고정 셀이 같은 자리인지 확인합니다. 자리가 옮겨졌다면 재학습이 아니라 조준 복원이 필요합니다.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5661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914400" y="38130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6941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db_utils 임포트 오류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0050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PyPI 의 동명 패키지가 대신 잡힌 경우입니다.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6048" y="3749039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pip uninstall db_utils 로 제거하고, ROOT_PATH 가 올바른지 확인합니다.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4805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914400" y="47274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6085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env.ini 를 찾을 수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9194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otg_monitoring.ini 의 ROOT_PATH 가 잘못된 경우입니다.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6048" y="46634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메시지에 표시된 경로와 실제 폴더를 대조합니다.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3949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14400" y="56418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55229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프로세스가 6개보다 적음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8338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특정 스크립트만 기동 직후 종료된 경우입니다.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6048" y="55778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debug_logs 에서 해당 프로세스 로그의 마지막 줄을 확인합니다.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28 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점검표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7393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Visual Studio (MFC 포함) 설치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5000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4086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8.0 Server 설치 및 root 비밀번호 확보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916936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07792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Anaconda 설치, conda -V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483864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47472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conda 환경 mmc 생성 (python 3.9)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050791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041648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패키지 설치 완료 (db_utils 는 제외)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61772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60857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현장별 데이터베이스 · otg_user 계정 생성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7" y="178308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19" y="177393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폴더 배치 및 DLL 3개 복사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7" y="235000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19" y="234086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otg_monitoring.ini 작성 (ROOT_PATH · ANACONDA)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2916936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19" y="2907792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users\&lt;user&gt;\env.ini · continual_learning.ini 배치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7" y="3483864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347472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users\&lt;user&gt;\db_secrets.ini 작성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6207" y="4050791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19" y="4041648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절대 임계값 ABS_TEMP · ABS_RISE 지정 (0단계)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6207" y="461772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19" y="460857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Release x64 빌드 후 시작 버튼으로 6개 기동 확인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36207" y="518464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19" y="517550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신규 현장은 시운전 2~3일 후 첫 모델 승격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669280"/>
            <a:ext cx="10874959" cy="54864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264" y="5815584"/>
            <a:ext cx="102531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모두 완료되면 현장 두 곳 합쳐 6개가 기동하고, 상태줄에는 선택한 현장 기준으로 [3] processes | err=0000 이 표시됩니다.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