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 창에서 돌리면 가운데에 진행 판이 떠 경과 시간과 단계를 보여 줍니다.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재학습을 실제로 돌린 경우만 보관합니다(10세대). 예행연습은 아무것도 남기지 않습니다.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7802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377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 직전 운용 세대로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&lt;세대&gt;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--keep-baseline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mscore 의 중앙값입니다. 순간값을 쓰면 서서히 뜨거워지는 설비가 점수를 낮출 때 그 데이터로 재학습해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2735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7307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850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 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절반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소량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아래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913632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문턱은 env.ini 의 CONTRIB_BAND_HIGH / MID / LOW 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창에서 세대를 골라 되돌립니다.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1739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1771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[20260924_145528 (직전) v]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[예행연습] [재학습 실행] [닫기]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           09-24 14:55  20260924_145528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운용된 적 있음       09-24 22:27  20260924_222750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20260924_145528   운용된 적 있음       승격과 되돌림을 남깁니다. 목록에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20260924_222750   운영중               담는 것은 여기 있는 세대뿐입니다.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걸음 뒤가 아니라 골라서 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되돌리기도 승격으로 기록되므로, 늘 한 걸음 뒤로만 가면 두 세대 사이를 왕복할 뿐 더 앞으로는 못 갑니다. 그래서 목록에서 고릅니다.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목록에는 운용에 올라간 적이 있는 세대만 담깁니다. 예행연습은 아무것도 남기지 않고, 시험에서 막힌 후보는 운용된 적이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되돌리면 칸별 기준선도 함께 치웁니다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기준선은 그 모델이 칸마다 내는 오차의 분포입니다. 모델을 갈면 오차 크기가 달라져 임계치가 다른 모델 것이 됩니다.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지우지 않고 보관하므로 되돌릴 수 있습니다. 다시 쌓는 동안에는 0단계 절대 임계치만 작동합니다.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users\&lt;현장&gt;\env.ini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모델 2026-09-20 18:28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연속학습          대기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재학습 가능 9,299/5,000건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판단 점수 0.088 → 기여 0.00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   [ 재학습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왼쪽 — 조건을 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위 묶음은 단계가 언제 켜질지, 아래 묶음은 0단계가 언제 경보할지 정합니다. 버튼 하나로 함께 저장하며, 값이 하나라도 잘못되면 아무것도 쓰지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임계값은 설비마다 전혀 다릅니다. 네 칸을 모두 비우면 0단계가 꺼집니다.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기준선을 새로 쌓습니다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정확히 잘라내지만, 셀별 기준선에는 표본별 시각이 없어 과거만 뺄 수 없습니다. 며칠치가 사라지므로 바뀔 때 확인을 묻습니다.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저장 후 [정지] → [시작] 을 눌러야 반영됩니다.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