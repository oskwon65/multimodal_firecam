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17830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s8-web-camera-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4831"/>
            <a:ext cx="768096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2887" y="1847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설치 및 구성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7" y="2331720"/>
            <a:ext cx="8778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멀티모달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화재감지 모니터링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887" y="40416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열화상 · 자세추정 · 이상탐지 통합 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대상 현장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kict1 · cj_busan_1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실행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Windows · Anaconda mmc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작성일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01 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시스템은 무엇으로 이루어지는가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감시 프로그램 1개가 현장(user)마다 파이썬 프로세스 3개를 띄워 관리합니다.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2404872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감시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otg_monitoring.exe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C++ / MFC 데스크톱 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프로세스 기동 · 정지 · 감시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DB 상태와 화면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7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749039" y="2404872"/>
            <a:ext cx="475488" cy="47548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server_to_db.py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서버에서 열화상 · 센서 수신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8x8 = 64셀로 축약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MySQL 에 적재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7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83679" y="2404872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이상 점수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predict_machine.py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오토인코더 복원 오차 기반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scaler + autoencoder 사용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results_history 에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418319" y="2404872"/>
            <a:ext cx="475488" cy="475488"/>
          </a:xfrm>
          <a:prstGeom prst="ellipse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낙상 · 화재 검출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5ACD"/>
                </a:solidFill>
                <a:latin typeface="Consolas"/>
                <a:ea typeface="Consolas"/>
                <a:cs typeface="Consolas"/>
              </a:rPr>
              <a:t>fall_detection.py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openpifpaf 자세추정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YOLO 화재 · 연기 검출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이미지 뷰어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3036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" y="5431536"/>
            <a:ext cx="1025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60"/>
                </a:solidFill>
                <a:latin typeface="맑은 고딕"/>
                <a:ea typeface="맑은 고딕"/>
                <a:cs typeface="맑은 고딕"/>
              </a:rPr>
              <a:t>현장이 2곳이므로 정상 가동 시 파이썬 프로세스는 3 x 2 = 6개가 실행됩니다.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02 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데이터는 이렇게 흐릅니다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417320" y="1993392"/>
            <a:ext cx="365760" cy="365760"/>
          </a:xfrm>
          <a:prstGeom prst="ellipse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서버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B45"/>
                </a:solidFill>
                <a:latin typeface="Consolas"/>
                <a:ea typeface="Consolas"/>
                <a:cs typeface="Consolas"/>
              </a:rPr>
              <a:t>sangchoo.com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ir_img.csv
main_sensor.inf
rgb_img.jpg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85032" y="1993392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server_to_db.py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64셀 축약
FIFO median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3752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93792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952744" y="1993392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MySQL 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&lt;user&gt;_sensor_data
current_value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41464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20456" y="1993392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predict_machine
fall_detection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이상 점수
낙상 · 화재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09176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9216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488168" y="1993392"/>
            <a:ext cx="365760" cy="365760"/>
          </a:xfrm>
          <a:prstGeom prst="ellipse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5ACD"/>
                </a:solidFill>
                <a:latin typeface="Consolas"/>
                <a:ea typeface="Consolas"/>
                <a:cs typeface="Consolas"/>
              </a:rPr>
              <a:t>otg_monitoring.exe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상태줄 · 목록
이미지 뷰어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773168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688" y="495604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수집 주기는 현장마다 다릅니다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서버의 파일이 갱신되지 않으면 같은 값이 반복 입력되어 점수가 고정됩니다. 센서 타임스탬프(ts)가 최신인지 debug_logs 에서 확인하십시오.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773168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07327" y="495604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분석 결과는 서버로 올라가지 않습니다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점수와 판정 이력은 이 PC 의 MySQL 에만 쌓입니다. 밖으로 나가는 것은 화재 감지 시의 SMS 발송뿐입니다. 서버에는 raw 원본이 남으므로 PC 이력이 사라져도 재분석은 가능합니다.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03 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폴더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6903720" cy="473303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6501383" cy="433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D:\MultiModal_FireCam\          &lt;- ROOT_PATH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otg_monitoring.exe             감시 프로그램 (빌드 산출물)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otg_monitoring.ini             시작 폴더 · Anaconda 지정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libmysql.dll                   MySQL 클라이언트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source\                        공통 파이썬 모듈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server_to_db.py  db_utils.py  viewer_utils.py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cv_utils.py      utils.py     constants.py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predict_machine\predict_machine.py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fall_detection\fall_detection.py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fire_detection\best_epoch_31_fire_smoke_person.pt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users\&lt;user_ID&gt;\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env.ini        현장 설정 (DB · 네트워크 · 임계값)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secrets.ini    DB 비밀번호  (git 제외)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scaler.pkl / scaler.npz / autoencoder_final.pth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debug_logs\                    실행 로그 (프로세스별)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otg_monitoring\                C++ 소스 · Visual Studio 프로젝트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1627632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65592" y="1865376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86216" y="1883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ROOT_PATH 가 기준점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286000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모든 경로는 이 폴더를 기준으로 계산됩니다. exe 와 데이터가 같은 폴더에 놓입니다.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7848" y="3200400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65592" y="3438144"/>
            <a:ext cx="310896" cy="310896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6" y="34564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 별 폴더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858768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현장을 추가하려면 users 아래에 폴더를 만들고 env.ini 와 secrets.ini 를 넣습니다.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4773168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65592" y="501091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029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 파일은 재생성 불가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5431536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scaler 와 autoencoder 가중치는 재학습 없이 복구할 수 없습니다. 반드시 백업하십시오.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04 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설정 파일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장비 고유 · 현장 고유 · 비밀 정보를 분리했습니다. 읽는 순서가 정해져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6"/>
            <a:ext cx="10874959" cy="12984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32688" y="2322576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9616" y="2286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otg_monitoring.ini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61518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장비(PC) 고유  ·  exe 와 같은 폴더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7" y="2267712"/>
            <a:ext cx="39319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[PATHS] ROOT_PATH = D:\MultiModal_FireCam\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[PYTHON] ANACONDA_ROOT = C:\Users\&lt;계정&gt;\anaconda3\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[PYTHON] ANACONDA_ENV = mmc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90779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먼저 읽습니다. ROOT_PATH 가 env.ini 의 위치를 결정하기 때문입니다.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29584"/>
            <a:ext cx="10874959" cy="12984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32688" y="3803904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9616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users\&lt;user&gt;\env.ini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409651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현장 고유  ·  현장 폴더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3749040"/>
            <a:ext cx="39319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[NETWORK] ROOT_URL · MONITOR_SEAT_ORDER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[DB_RUNTIME] DB_HOST · DB_USER · DB_NAME_SENSOR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[CONSTANTS] 임계값 · 격자 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43891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현장마다 다른 값. 비밀번호는 여기에 두지 않습니다.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74959" cy="11338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528523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9616" y="52486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users\&lt;user&gt;\secrets.ini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55778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비밀 정보  ·  현장 폴더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7" y="5230368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[DB_RUNTIME] DB_PASSWORD = ...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[DB_ADMIN] DB_ADMIN_PASSWORD =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587044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git 추적 제외. users\secrets.ini.sample 을 복사해 만듭니다.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05  INSTALL 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사전 준비 — 세 가지를 먼저 설치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Visual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MFC 포함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C++ 데스크톱 개발 워크로드와
MFC 구성 요소를 반드시 포함합니다.
openpifpaf 빌드에도 필요합니다.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00016" y="205740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mysql-installer-web-community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Server 와 Connector/C 를 설치합니다.
root 비밀번호를 기억해 두십시오.
libmysql.dll 경로가 필요합니다.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67344" y="205740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Anaconda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Python 3.9 환경용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명령이 동작하는지
conda -V 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988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46320"/>
            <a:ext cx="10874959" cy="894460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9536" y="5047488"/>
            <a:ext cx="10472623" cy="492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-V                    # conda 24.x 처럼 버전이 나오면 정상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mysql --version             # mysql  Ver 8.0.x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06  INSTALL 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파이썬 환경 (conda: mmc)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6903720" cy="379799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1865376"/>
            <a:ext cx="6501383" cy="3395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환경 생성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create -n mmc python=3.9 -y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mmc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딥러닝 · 영상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torch==1.10.2 torchvision==0.11.3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openpifpaf==0.12.14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opencv-python  ultralytics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수치 · 이상탐지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numpy==1.26.4  "scipy&lt;1.10"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scikit-learn  joblib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mysql-connector-python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1664208"/>
            <a:ext cx="3346704" cy="173736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65592" y="1901952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4504" y="1920240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db_utils 를 설치하지 마십시오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395728"/>
            <a:ext cx="287121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PyPI 에 같은 이름의 무관한 패키지가 있습니다. 설치하면 프로젝트의 source\db_utils.py 대신 그쪽이 임포트되어 원인을 찾기 어려운 오류가 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7848" y="3566160"/>
            <a:ext cx="3346704" cy="21945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65592" y="3785615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416966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648" y="416966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3.9.x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443484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443484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1.25 ~ 1.26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70001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470001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1.10.2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96519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openpifpaf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496519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0.12.14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23036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52303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4.x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49554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mysql-connector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54955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9.x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07  INSTALL 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데이터베이스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현장(user)마다 별도의 데이터베이스를 씁니다. 이름 규칙은 &lt;user_ID&gt;_sensor_data 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6"/>
            <a:ext cx="10874959" cy="276453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49424"/>
            <a:ext cx="10472623" cy="236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mysql -u root -p                      # root 비밀번호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CREATE DATABASE kict1_sensor_data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CHARACTER SET utf8mb4 COLLATE utf8mb4_general_ci;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CREATE USER 'otg_user'@'localhost' IDENTIFIED BY '&lt;비밀번호&gt;';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GRANT ALL PRIVILEGES ON kict1_sensor_data.* TO 'otg_user'@'localhost';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FLUSH PRIVILEGES;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SHOW GRANTS FOR 'otg_user'@'localhost';   # 권한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13248"/>
            <a:ext cx="10874959" cy="8778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632704"/>
            <a:ext cx="102531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현장을 추가할 때마다 </a:t>
            </a: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CREATE DATABASE</a:t>
            </a: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 와 </a:t>
            </a: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GRANT</a:t>
            </a: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 를 반복합니다. 이력 테이블은 프로그램이 날짜별로 자동 생성합니다.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08  INSTALL  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배치와 otg_monitoring.ini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7190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7373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폴더를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48255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D:\MultiModal_FireCam\ 아래에 source, predict_machine, fall_detection, users 를 둡니다.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334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6517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DLL 을 함께 둡니다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96265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libmysql.dll, libcrypto-3-x64.dll, libssl-3-x64.dll 을 exe 와 같은 폴더에 둡니다.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478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5661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otg_monitoring.ini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87705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exe 와 같은 폴더에 둡니다. 이 파일이 없으면 exe 가 있는 폴더를 기준으로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6675120" cy="198697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4773168"/>
            <a:ext cx="6272783" cy="1584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; otg_monitoring.ini  (exe 와 같은 폴더)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[PATHS]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ROOT_PATH = D:\MultiModal_FireCam\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[PYTHON]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ANACONDA_ROOT = C:\Users\&lt;계정&gt;\anaconda3\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ANACONDA_ENV  = mmc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1719072"/>
            <a:ext cx="3575304" cy="4206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73568" y="1956816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읽는 순서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395728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774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otg_monitoring.ini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7004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ROOT_PATH 를 먼저 정합니다.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355848"/>
            <a:ext cx="310896" cy="310896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33756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users\&lt;user&gt;\env.ini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63016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ROOT_PATH 아래에서 찾습니다.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7973568" y="43159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29768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users\&lt;user&gt;\secrets.ini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45902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비밀번호만 따로 읽습니다.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5358384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ROOT_PATH 가 잘못되면 env.ini 를 찾지 못했다는 메시지와 함께 프로그램이 즉시 종료됩니다.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09  INSTALL 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비밀번호 분리 — secrets.ini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DB 비밀번호는 env.ini 에 두지 않습니다. 저장소에 올라가지 않도록 별도 파일로 분리했습니다.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66543"/>
            <a:ext cx="6675120" cy="2666110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67712"/>
            <a:ext cx="6272783" cy="226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견본을 복사해 현장 폴더에 만듭니다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copy users\secrets.ini.sample users\kict1\secrets.ini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copy users\secrets.ini.sample users\cj_busan_1\secrets.ini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; users\kict1\secrets.ini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[DB_ADMIN]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DB_ADMIN_PASSWORD = &lt;root 비밀번호&gt;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[DB_RUNTIME]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DB_PASSWORD = &lt;otg_user 비밀번호&gt;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9248" y="2066543"/>
            <a:ext cx="3575304" cy="17007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73568" y="2286000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누가 읽는가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33472"/>
            <a:ext cx="30266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파이썬은 env.ini 와 secrets.ini 를 이어서 읽어 하나로 합칩니다. C++ 은 비밀번호만 secrets.ini 에서 읽습니다.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3931920"/>
            <a:ext cx="3575304" cy="20116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973568" y="4169663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1879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빠뜨리면 즉시 중단됩니다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626864"/>
            <a:ext cx="3026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secrets.ini 가 없으면 파일 경로와 함께 오류가 표시되고 프로그램이 멈춥니다. 조용히 잘못 동작하지 않으므로 원인 파악이 쉽습니다.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10  BUILD &amp;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빌드와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감시 프로그램 빌드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5120640" cy="221335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4718303" cy="181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Visual Studio 에서 열기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otg_monitoring\otg_monitoring.sln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구성 선택 후 빌드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Release  |  x64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산출물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D:\MultiModal_FireCam\otg_monitoring.exe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817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개별 실행 (문제 확인용)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29200"/>
            <a:ext cx="5120640" cy="108146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230368"/>
            <a:ext cx="4718303" cy="679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mmc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D:\MultiModal_FireCam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source\server_to_db.py "kict1"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정상 동작 확인 순서</a:t>
            </a:r>
          </a:p>
        </p:txBody>
      </p:sp>
      <p:sp>
        <p:nvSpPr>
          <p:cNvPr id="11" name="Oval 10"/>
          <p:cNvSpPr/>
          <p:nvPr/>
        </p:nvSpPr>
        <p:spPr>
          <a:xfrm>
            <a:off x="6144768" y="2011680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0025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프로그램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2860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제목표시줄에 웹캠 아이콘이 보입니다.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144768" y="2852928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8437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1272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콤보박스에서 현장을 고릅니다. 해당 현장의 목록만 표시됩니다.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144768" y="3694176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68503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시작 버튼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96849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약 18초에 걸쳐 프로세스가 차례로 기동합니다.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6144768" y="4535424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5262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상태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480974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[3] processes  |  err=0000 이 표시되면 정상입니다.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144768" y="5376672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536752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로그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6509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debug_logs 폴더에 프로세스별 로그가 쌓입니다.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11 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화면 사용법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두 현장의 프로세스 6개를 차례로 기동합니다. 진행바가 뜨고, 이미지 뷰어가 올라오면 사라집니다. 기동 중에는 다시 눌러도 무시됩니다.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663440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기동한 프로세스를 모두 종료합니다.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430768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설정 영역을 펼칩니다. 목록과 같은 토글이라 펼친 채로 다른 버튼을 쓸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96112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폴더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3664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debug_logs 폴더를 탐색기로 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63440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하단 프로세스 목록을 펼칩니다. 펼치면 문구가 접기 로 바뀝니다.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430768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프로그램을 종료합니다. 감시 중이면 확인을 한 번 묻습니다.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56048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57216"/>
            <a:ext cx="102531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선택한 현장의 목록과 이미지 뷰어만 화면에 표시됩니다. 콤보박스에서 현장을 바꾸면 목록도 이미지 창도 함께 교체됩니다.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12 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모델은 어디서 만들어지는가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운영 시스템이 쓰는 모델은 별도 폴더 D:\autoencoder 에서 만듭니다. conda 환경도 otg 로 다릅니다.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21284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download_ir_raw.py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220370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서버 → ir_raw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 서버에서 raw 파일을 내려받습니다.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5292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834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conv_raw.py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84378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ir_raw → step_0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2724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raw 값을 온도 값으로 변환합니다.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474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gen-samples.py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4838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step_0 → step_1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76732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160x120 을 64개 격자 값으로 축약합니다.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13308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114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apply_median.py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12394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step_1 → step_2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40740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median 필터로 노이즈를 제거합니다.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773168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754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autoencoder-7.py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76402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step_2 → saved_models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04748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적용 전인 64차원을 그대로 학습합니다.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04688"/>
            <a:ext cx="6583680" cy="694944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650992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예전 5단계였던 apply_mask_extract.py (step_2 → step_3) 는 제거했습니다. 마스크는 학습이 아니라 채점에서만 쓰이기 때문입니다.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048256"/>
            <a:ext cx="3575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한 번에 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2395728"/>
            <a:ext cx="3575304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00416" y="2596896"/>
            <a:ext cx="3172968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otg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D:\autoencoder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run_pipeline.bat kict1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3968496"/>
            <a:ext cx="3575304" cy="199339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55279" y="416966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현장별 데이터 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535424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D:\autoencoder\&lt;user&gt;\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ir_raw  raw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step_0  step_1  step_2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saved_models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13 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학습과 운영의 관계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429768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993392"/>
            <a:ext cx="420624" cy="4206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048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D:\autoencoder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3749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환경 : otg  (numpy 2.x)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5단계 파이프라인으로 모델을 만듭니다.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산출물은 saved_models 에 쌓입니다.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프로젝트 폴더 밖이라 git 추적 대상이 아닙니다.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2048" y="1737360"/>
            <a:ext cx="429768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16368" y="1993392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048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D:\MultiModal_FireCam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615184"/>
            <a:ext cx="3749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환경 : mmc  (numpy 1.x)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predict_machine.py 가 모델을 읽습니다.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users\&lt;user&gt;\ 에 모델을 둡니다.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git 으로 백업됩니다.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0096" y="2871216"/>
            <a:ext cx="1517904" cy="384048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3957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복사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scaler.pkl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33467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autoencoder_final.pth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96112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같은 회차의 짝을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scaler 와 autoencoder 는 한 번의 학습에서 함께 나온 것이어야 합니다. 따로 복사하면 점수가 조용히 틀어집니다.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663440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numpy 버전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otg(2.x)에서 만든 scaler.pkl 은 mmc(1.x)에서 읽히지 않아, 같은 폴더의 scaler.npz 로 대체합니다.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430768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학습 폴더도 백업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D:\autoencoder 는 프로젝트 밖이라 백업에서 빠지기 쉽습니다. 스크립트만이라도 보관하십시오.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14  TRAINING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학습을 실행합니다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학습은 운영과 분리된 D:\autoencoder 에서 conda 환경 otg 로 실행합니다. 현장 이름을 인자로 넘깁니다.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실행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95728"/>
            <a:ext cx="6400800" cy="321729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2596896"/>
            <a:ext cx="5998464" cy="2814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1. 학습 환경으로 전환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otg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D:\autoencoder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2. 5단계를 한 번에 실행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run_pipeline.bat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단계별 실행 (필요할 때만)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download_ir_raw.py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conv_raw.py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gen-samples.py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apply_median.py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autoencoder-7.py kict1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69280"/>
            <a:ext cx="64008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5888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주요 설정값  ·  입력 64 · 잠재 16 · 배치 512 · 600 epoch · Adam lr 1e-4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5" y="2048256"/>
            <a:ext cx="4178808" cy="17556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7807" y="2231136"/>
            <a:ext cx="3666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실제 학습 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96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kict1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529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2025-08-27 ~ 2026-02-10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2633472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167,677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1638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cj_busan_1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4198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2026-01-06 ~ 2026-07-04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6104" y="320040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954,601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3931920"/>
            <a:ext cx="4178808" cy="222199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7807" y="4114800"/>
            <a:ext cx="3666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462272"/>
            <a:ext cx="36667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&lt;user&gt;\saved_models\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autoencoder_final.pth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scaler.pkl   scaler.npz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autoencoder_epoch_N.pth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training_log.csv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650992"/>
            <a:ext cx="3666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scaler.npz 는 학습이 자동으로 함께 만듭니다. 운영 환경의 numpy 1.x 대비용입니다.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15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 구조와 점수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상태만 학습시켜, 처음 보는 열 분포는 복원에 실패하도록 만드는 방식입니다.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2991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532991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6031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1519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71519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34559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10047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10047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73087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48575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48575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1615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7103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87103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999232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인코더가 64개 값을 16개로 압축하고, 디코더가 다시 64개로 되돌립니다.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11296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정확한 계층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85232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4041648"/>
            <a:ext cx="4882896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encoder : 64 -&gt; 32 -&gt; 16 -&gt; 16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decoder : 16 -&gt; 16 -&gt; 32 -&gt; 64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활성함수 : ReLU (마지막 층 제외)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511296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840480"/>
            <a:ext cx="5285232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4041648"/>
            <a:ext cx="4882896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mse   = 마스크 16셀의 재구성 오차 평균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score = exp(-mse * 10)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1.0 에 가까울수록 정상, 0 에 가까울수록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74336"/>
            <a:ext cx="10874959" cy="118872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32688" y="519379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519379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마스크는 학습에 쓰이지 않습니다 — 가변 패턴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5559552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학습은 64셀 전부를 그대로 씁니다. 마스크는 채점할 때 어느 셀의 오차를 평균낼지 고르는 데만 쓰입니다. 따라서 16셀 지정을 바꾸더라도 hotlist_mask_local.ini 파일만 교체하면 되고, 재학습은 필요 없습니다.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16  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다시 학습해야 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증상이 비슷해 보여도 원인이 다릅니다. 재학습이 답이 아닌 경우를 먼저 가려내십시오.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6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재학습이 필요합니다</a:t>
            </a:r>
          </a:p>
        </p:txBody>
      </p:sp>
      <p:sp>
        <p:nvSpPr>
          <p:cNvPr id="7" name="Oval 6"/>
          <p:cNvSpPr/>
          <p:nvPr/>
        </p:nvSpPr>
        <p:spPr>
          <a:xfrm>
            <a:off x="950976" y="2660903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2578608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설비를 교체하거나 공정이 바뀌어 열 분포 자체가 달라진 경우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3191256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108960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 구간에 없던 계절·환경 조건이 생긴 경우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3721607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639311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오탐 또는 미탐이 눈에 띄게 누적되는 경우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048256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9672" y="2231136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재학습이 필요 없습니다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660903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578608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마스크 16셀만 바꾼 경우 — 파일 교체로 즉시 반영됩니다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191256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3108960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카메라 조준이 틀어진 경우 — 원위치 복원이 정답입니다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721607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639311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데이터가 끊긴 경우 — 장비 점검이 먼저입니다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35424"/>
            <a:ext cx="10874959" cy="16276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" y="4754880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77316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kict1 — 2026-07-13, 점수가 0.003 까지 떨어졌지만 모델은 정상이었습니다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157216"/>
            <a:ext cx="96012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설비와 무관하게 늘 뜨거운 고정 열점이 격자 (4,1) 에 있었는데, 13:48~13:56 사이 (3,4) 로 옮겨갔습니다. 카메라가 위 1칸·오른쪽 3칸 밀린 것입니다. 마스크 16셀이 엉뚱한 곳을 보게 되어 점수가 떨어졌을 뿐, 모델과 마스크 자체는 멀쩡했습니다.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점검 방법 — 학습 데이터 평균에서 주변보다 뚜렷이 뜨거운 셀을 기준점으로 정해 두고, 그 셀이 계속 같은 자리인지만 보면 조준 이상을 바로 알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17  CONTINUAL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당일부터 동작시키기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예전에는 모델 파일이 없으면 프로그램이 종료되어, 새 현장은 수 주간 데이터를 모아 오토인코더를 만들기 전까지 감시 자체가 불가능했습니다. 이제는 준비된 만큼만 쓰고 계속 동작하며, 상위 단계가 준비되면 자동으로 올라갑니다.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615184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설치 즉시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학습 0건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고정된 온도·상승률 선. 학습 기반 판정이 모두 실패해도 이것만은 남습니다.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8144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75887" y="2615184"/>
            <a:ext cx="475488" cy="47548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셀별 기준선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약 하루 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 3,000건 + 18시간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셀마다 정상 범위를 누적해 그 선을 넘은 만큼 채점합니다.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3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55664" y="2615184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수 일~수 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히스토리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 사이의 결합 분포까지 봅니다. 1단계가 놓치는 조합 이상을 잡습니다.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8240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235440" y="2615184"/>
            <a:ext cx="475488" cy="475488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야간 재학습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D6BA8"/>
                </a:solidFill>
                <a:latin typeface="맑은 고딕"/>
                <a:ea typeface="맑은 고딕"/>
                <a:cs typeface="맑은 고딕"/>
              </a:rPr>
              <a:t>지속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감도 시험 통과 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쌓인 데이터로 스스로 갱신하며, 검증을 통과해야만 교체됩니다.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92624"/>
            <a:ext cx="10874959" cy="117043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2688" y="5212080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52120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하위 단계는 상위 단계가 생겨도 계속 살아 있습니다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557784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오토인코더나 기준선은 '이 현장의 평소'를 기준으로 판정하므로, 평소가 서서히 변하면 기준도 따라갑니다. 그 특성은 오탐을 줄이지만 서서히 커지는 위험을 놓칠 수 있다는 뜻이기도 합니다. 0단계의 고정선이 그 마지막 안전망입니다.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18  STAGE 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 전에도 감시한다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0단계 · 절대 임계값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5285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셀의 최대 온도와 분당 상승률을 고정선과 비교합니다. 학습이 전혀 없어도 동작합니다.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87168"/>
            <a:ext cx="5285232" cy="157276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기본값을 두지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0944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설비마다 정상 온도가 전혀 다릅니다. 실측 결과입니다.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kict1          정상 가동 중 마스크 셀이 197도까지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cj_busan_1     정상 가동의 99.05% 가 12도/분 초과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추측한 기본값은 쉬지 않고 경보를 울립니다. 미지정이면 0단계를 끄고 시작 시 경고합니다.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14800"/>
            <a:ext cx="5285232" cy="1337373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9536" y="4315968"/>
            <a:ext cx="4882896" cy="93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users/&lt;user&gt;/env.ini  [CONSTANTS]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ABS_TEMP_WARN = 172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ABS_TEMP_ALARM = 187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ABS_RISE_WARN = 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ABS_RISE_ALARM = 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60934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1단계 · 셀별 기준선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38528"/>
            <a:ext cx="5285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"이 셀이 지금까지 이렇게 뜨거운 적이 있었는가" 를 봅니다. 평균에서 몇 σ 위인지가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487168"/>
            <a:ext cx="5285232" cy="15727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01384" y="26517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셀별 256칸 히스토그램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80944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격자 온도가 0~255 정수라 근사가 아니라 정확한 상위 분위수를 얻습니다. 64KB, 저장 시 12KB.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설비는 가동/정지로 분포가 둘로 갈립니다. 표준편차 기반 판정은 그 사이 거리까지 삼켜 둔해집니다. 분위수는 분포 모양과 무관합니다.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411480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실측 검증 (kict1 데이터)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448056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프레임 500장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44805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오탐 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4718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+20도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7183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score 0.680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49560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+40도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956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score 0.227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51937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+100도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51937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score 0.008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68112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559552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기준선은 2단계 이후에도 은퇴하지 않습니다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852160"/>
            <a:ext cx="103263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오토인코더가 준비되면 두 점수를 함께 내고 낮은 쪽을 씁니다. 한쪽만 이상이라 하면 불일치로 기록해 원인을 가리킵니다. 화면 이동 감시(정상 0.9998 / 이동 시 0.23)와 통계 누적도 계속됩니다.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19  NIGHTLY RETRAIN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야간 자동 재학습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히스토리 DB 에 이미 64셀 값이 쌓이고 있어, 별도 수집 장치 없이 스스로 갱신합니다.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084831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066543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재생 버퍼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5915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시간대(24) x 가동상태(2) = 48칸에서 고르게 표집합니다. 최근 것만 쓰면 여름에 겨울 패턴을 잊습니다.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926079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07791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후보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200399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서빙과 같은 환경에서 학습하므로 numpy 버전 문제가 없습니다. 모델이 작아 CPU 로 수 분입니다.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767328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490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감도 회귀 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04164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적합도만 보면 절반만 본 것입니다. 합성 이상을 주입해 여전히 잡아내는지 함께 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608576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90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세대 보관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88289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10세대까지 보관해 언제든 되돌립니다. 통과하지 못한 후보도 남겨 원인을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048256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8" y="2377440"/>
            <a:ext cx="3849624" cy="138658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6096" y="2578608"/>
            <a:ext cx="3447288" cy="9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retrain/nightly_retrain.py &lt;user&gt;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--dry-run    시험만, 교체 안 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--list       세대 목록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--rollback   직전 세대로 복귀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3986784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실측 — cj_busan_1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433425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후보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5288" y="433425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현재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460857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평균 점수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6085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0.931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288" y="46085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0.816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48828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오탐 비율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48828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48828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5157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+20도 주입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51572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0.039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51572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0.433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543153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+40도 주입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54315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54315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0.112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5760720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검증 구간이 최근이라 후보에 유리한 비교입니다. "지금 데이터에 어느 쪽이 맞는가" 로 보십시오.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20  STAGE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단계 전환 조건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[설정] 버튼을 누르면 창 아래가 펼쳐집니다. 목록과 같은 토글이라 펼친 채로 다른 버튼을 쓸 수 있습니다. 값은 users\&lt;현장&gt;\env.ini 에 저장됩니다.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0874959" cy="256768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12848"/>
            <a:ext cx="10472623" cy="216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연속학습 조건 ]                         [ 현재 진행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1단계 필터링 표본수  [ 3000 ]             0단계 절대임계값   사용 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1단계 관측 시간      [   18 ]                온도 207/222도 · 상승 20/34도/분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2단계 필터링 표본수  [ 5000 ]             1단계 셀별기준선   사용 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계산기준일   [ 2026-09-22 v ]                표본 3,000/3,000 · 시간대 9/18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                                   2단계 오토인코더   사용 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절대 임계값 (0단계) ]  주의/경보           모델 2026-09-20 18:28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마스크 셀 최고 온도  [ 207 ][ 222 ]       3단계 연속학습     대기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분당 상승률          [  20 ][  34 ]          재학습 가능 3,200/5,000건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설정 적용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18304"/>
            <a:ext cx="5300319" cy="14447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왼쪽 — 조건을 정한다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75504"/>
            <a:ext cx="4788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위 묶음은 단계가 언제 켜질지, 아래 묶음은 0단계가 언제 경보할지 정합니다. 버튼 하나로 함께 저장하며, 값이 하나라도 잘못되면 아무것도 쓰지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임계값은 설비마다 전혀 다릅니다. 네 칸을 모두 비우면 0단계가 꺼집니다.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718304"/>
            <a:ext cx="5300319" cy="1444752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9039" y="486460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계산기준일을 바꾸면 기준선을 새로 쌓습니다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039" y="5175504"/>
            <a:ext cx="4788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히스토리 DB 는 날짜별 테이블이라 정확히 잘라내지만, 셀별 기준선에는 표본별 시각이 없어 과거만 뺄 수 없습니다. 며칠치가 사라지므로 바뀔 때 확인을 묻습니다.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저장 후 [정지] → [시작] 을 눌러야 반영됩니다.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21 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연속 학습의 안전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적응(무엇이 정상인가 배우기)과 탐지(이상을 알리기)는 반드시 분리되어야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32688" y="2331720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94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 프레임은 학습하지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6128" y="228600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서서히 커지는 열점을 '요즘의 정상' 으로 흡수하면, 정작 위험할 때 경보가 나오지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99232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32688" y="3227832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455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절대 임계값은 적응하지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821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평소가 무엇이든 상관없이 고정된 선을 지킵니다. 학습 기반 판정이 모두 실패해도 남습니다.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32688" y="4123944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416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급격한 변화는 배우지 말고 알린다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07822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카메라가 밀리면 학습을 멈추고 경보합니다. 조준을 되돌리면 자동으로 해제됩니다.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91456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5020056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모델보다 둔해지면 승격하지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97433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절대 기준만으로는 세대마다 조금씩 나빠지는 것을 못 잡습니다.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87568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2A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815584"/>
            <a:ext cx="103263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kict1 사례 — 카메라가 틀어진 뒤 모든 프레임이 이상으로 판정되어, 재생 버퍼가 비고 재학습이 자동 보류되었습니다. 규칙 1이 동작한 것입니다.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22  COMMISSIONING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신규 현장 도입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오토인코더는 그 현장을 본 적이 있어야 만들 수 있습니다. 첫날부터 2단계로 시작하려면 시운전 기간을 학습 기간으로 함께 쓰십시오.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D+0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당일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98094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카메라 설치, 배선 점검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25526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env.ini · secrets.ini 작성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2958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ABS_TEMP · ABS_RISE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0단계 경보 즉시 동작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18688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75887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D+0~1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기준선 누적</a:t>
            </a:r>
          </a:p>
        </p:txBody>
      </p:sp>
      <p:sp>
        <p:nvSpPr>
          <p:cNvPr id="20" name="Oval 19"/>
          <p:cNvSpPr/>
          <p:nvPr/>
        </p:nvSpPr>
        <p:spPr>
          <a:xfrm>
            <a:off x="3712463" y="298094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하루를 한 바퀴 돌 때까지 대기</a:t>
            </a:r>
          </a:p>
        </p:txBody>
      </p:sp>
      <p:sp>
        <p:nvSpPr>
          <p:cNvPr id="22" name="Oval 21"/>
          <p:cNvSpPr/>
          <p:nvPr/>
        </p:nvSpPr>
        <p:spPr>
          <a:xfrm>
            <a:off x="3712463" y="325526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 3,000건 + 시간대 18개</a:t>
            </a:r>
          </a:p>
        </p:txBody>
      </p:sp>
      <p:sp>
        <p:nvSpPr>
          <p:cNvPr id="24" name="Oval 23"/>
          <p:cNvSpPr/>
          <p:nvPr/>
        </p:nvSpPr>
        <p:spPr>
          <a:xfrm>
            <a:off x="3712463" y="352958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주야 변화를 모두 관측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21024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21024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1단계 채점 시작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8463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55664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D+1~3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첫 모델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98094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3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nightly_retrain.py 실행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25526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3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감도 회귀 시험 통과 시 승격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52958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3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predict_machine 재시작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0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2단계 시작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78240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97696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6BA8"/>
                </a:solidFill>
                <a:latin typeface="Consolas"/>
                <a:ea typeface="Consolas"/>
                <a:cs typeface="Consolas"/>
              </a:rPr>
              <a:t>D+3~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정식 가동</a:t>
            </a:r>
          </a:p>
        </p:txBody>
      </p:sp>
      <p:sp>
        <p:nvSpPr>
          <p:cNvPr id="44" name="Oval 43"/>
          <p:cNvSpPr/>
          <p:nvPr/>
        </p:nvSpPr>
        <p:spPr>
          <a:xfrm>
            <a:off x="9272016" y="298094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세 단계가 함께 동작</a:t>
            </a:r>
          </a:p>
        </p:txBody>
      </p:sp>
      <p:sp>
        <p:nvSpPr>
          <p:cNvPr id="46" name="Oval 45"/>
          <p:cNvSpPr/>
          <p:nvPr/>
        </p:nvSpPr>
        <p:spPr>
          <a:xfrm>
            <a:off x="9272016" y="325526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야간 자동 갱신</a:t>
            </a:r>
          </a:p>
        </p:txBody>
      </p:sp>
      <p:sp>
        <p:nvSpPr>
          <p:cNvPr id="48" name="Oval 47"/>
          <p:cNvSpPr/>
          <p:nvPr/>
        </p:nvSpPr>
        <p:spPr>
          <a:xfrm>
            <a:off x="9272016" y="352958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세대 보관으로 언제든 복귀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0576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180576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D6BA8"/>
                </a:solidFill>
                <a:latin typeface="맑은 고딕"/>
                <a:ea typeface="맑은 고딕"/>
                <a:cs typeface="맑은 고딕"/>
              </a:rPr>
              <a:t>연속 학습 정상 운영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25696"/>
            <a:ext cx="5300319" cy="173736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32688" y="4645152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08176" y="466344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다른 현장의 모델을 복사하지 마십시오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506577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모델이 아는 것은 "22번 칸은 보통 60도" 같은 칸 번호와 온도의 대응입니다. 같은 번호라도 현장마다 가리키는 실제 위치가 다릅니다.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복사해도 오류 없이 돌아가고 점수도 나옵니다. 다만 그 값에 의미가 없습니다 — 조용히 틀린 답을 자신 있게 내놓는 상태입니다. 같은 카메라·같은 설비에서 PC만 교체하는 경우만 예외입니다.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3007" y="4425696"/>
            <a:ext cx="5300319" cy="173736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507327" y="464515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2815" y="466344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시운전 기간과 겹쳐 쓰십시오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7327" y="506577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배선과 시험 운전에 어차피 며칠이 듭니다. 카메라를 먼저 올려 두면 그 기간에 학습이 끝나, 정식 가동 시점에는 이미 2단계로 시작할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시운전 중 설비를 세워 두면 '정지 상태' 만 배웁니다. 가동과 정지를 모두 겪게 하십시오.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23 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겪는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9842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653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점수가 계속 같은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762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현장 서버의 파일이 갱신되지 않는 경우입니다.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19202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debug_logs 의 ts 값을 확인하십시오. 며칠 전 날짜라면 현장 장비의 업로드를 점검합니다.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517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28986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79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점수가 낮게만 유지됨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906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카메라 조준이 틀어진 경우입니다.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8346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학습 데이터에서 늘 뜨거웠던 고정 셀이 같은 자리인지 확인합니다. 자리가 옮겨졌다면 재학습이 아니라 조준 복원이 필요합니다.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14400" y="38130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db_utils 임포트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050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PyPI 의 동명 패키지가 대신 잡힌 경우입니다.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749039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pip uninstall db_utils 로 제거하고, ROOT_PATH 가 올바른지 확인합니다.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085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env.ini 를 찾을 수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otg_monitoring.ini 의 ROOT_PATH 가 잘못된 경우입니다.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6634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메시지에 표시된 경로와 실제 폴더를 대조합니다.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949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14400" y="56418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22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프로세스가 6개보다 적음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8338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특정 스크립트만 기동 직후 종료된 경우입니다.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5778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debug_logs 에서 해당 프로세스 로그의 마지막 줄을 확인합니다.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24 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점검표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739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Visual Studio (MFC 포함)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5000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8.0 Server 설치 및 root 비밀번호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1693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Anaconda 설치, conda -V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8386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conda 환경 mmc 생성 (python 3.9)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50791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패키지 설치 완료 (db_utils 는 제외)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0857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현장별 데이터베이스 · otg_user 계정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78308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19" y="17739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폴더 배치 및 DLL 3개 복사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235000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19" y="23408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otg_monitoring.ini 작성 (ROOT_PATH · ANACONDA)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291693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29077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users\&lt;user&gt;\env.ini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48386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3474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users\&lt;user&gt;\secrets.ini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4050791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19" y="4041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 ABS_TEMP · ABS_RISE 지정 (0단계)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46177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19" y="460857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Release x64 빌드 후 시작 버튼으로 6개 기동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51846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19" y="517550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신규 현장은 시운전 2~3일 후 첫 모델 승격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815584"/>
            <a:ext cx="102531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모두 완료되면 현장 두 곳 합쳐 6개가 기동하고, 상태줄에는 선택한 현장 기준으로 [3] processes | err=0000 이 표시됩니다.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