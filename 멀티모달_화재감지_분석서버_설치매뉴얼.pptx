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17830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s8-web-camera-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84831"/>
            <a:ext cx="768096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32887" y="18470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설치 및 구성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2887" y="2331720"/>
            <a:ext cx="8778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멀티모달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화재감지 분석서버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2887" y="40416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열화상 · 자세추정 · 이상탐지 통합 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대상 현장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509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kict1 · cj_busan_1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실행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56509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Windows · Anaconda mmc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작성일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56509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2026-09-20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01 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시스템은 무엇으로 이루어지는가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감시 프로그램 1개가 현장(user)마다 파이썬 프로세스 3개를 띄워 관리함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14400" y="2404872"/>
            <a:ext cx="475488" cy="47548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감시 프로그램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otg_monitoring.exe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C++ / MFC 데스크톱 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프로세스 기동 · 정지 · 감시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DB 상태와 화면 표시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7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749039" y="2404872"/>
            <a:ext cx="475488" cy="47548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server_to_db.py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관제서버에서 열화상 · 센서 수신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8x8 = 64셀로 축약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MySQL 에 적재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7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583679" y="2404872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이상 점수 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predict_machine.py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오토인코더 복원 오차 기반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scaler + autoencoder 사용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results_history 에 기록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148840"/>
            <a:ext cx="2578608" cy="2788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418319" y="2404872"/>
            <a:ext cx="475488" cy="475488"/>
          </a:xfrm>
          <a:prstGeom prst="ellipse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30358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낙상 · 화재 검출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5ACD"/>
                </a:solidFill>
                <a:latin typeface="Consolas"/>
                <a:ea typeface="Consolas"/>
                <a:cs typeface="Consolas"/>
              </a:rPr>
              <a:t>fall_detection.py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822191"/>
            <a:ext cx="20665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openpifpaf 자세추정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YOLO 화재 · 연기 검출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이미지 뷰어 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3036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9264" y="5431536"/>
            <a:ext cx="102531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B60"/>
                </a:solidFill>
                <a:latin typeface="맑은 고딕"/>
                <a:ea typeface="맑은 고딕"/>
                <a:cs typeface="맑은 고딕"/>
              </a:rPr>
              <a:t>현장이 2곳이므로 정상 가동 시 파이썬 프로세스는 3 x 2 = 6개가 실행됨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02 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데이터는 이렇게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417320" y="1993392"/>
            <a:ext cx="365760" cy="365760"/>
          </a:xfrm>
          <a:prstGeom prst="ellipse">
            <a:avLst/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관제서버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B45"/>
                </a:solidFill>
                <a:latin typeface="Consolas"/>
                <a:ea typeface="Consolas"/>
                <a:cs typeface="Consolas"/>
              </a:rPr>
              <a:t>sangchoo.com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ir_img.csv
main_sensor.inf
rgb_img.jpg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685032" y="1993392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server_to_db.py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64셀 축약
FIFO median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73752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93792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952744" y="1993392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MySQL 8.0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&lt;user&gt;_sensor_data
current_value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41464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61504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20456" y="1993392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predict_machine
fall_detection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이상 점수
낙상 · 화재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09176" y="312724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9216" y="2240280"/>
            <a:ext cx="1883664" cy="21488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488168" y="1993392"/>
            <a:ext cx="365760" cy="365760"/>
          </a:xfrm>
          <a:prstGeom prst="ellipse">
            <a:avLst/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8" y="25420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889504"/>
            <a:ext cx="1627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5ACD"/>
                </a:solidFill>
                <a:latin typeface="Consolas"/>
                <a:ea typeface="Consolas"/>
                <a:cs typeface="Consolas"/>
              </a:rPr>
              <a:t>otg_monitoring.exe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3456432"/>
            <a:ext cx="16276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상태줄 · 목록
이미지 뷰어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773168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32688" y="4956048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수집 주기는 현장마다 다름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관제서버의 파일이 갱신되지 않으면 같은 값이 반복 입력되어 점수가 고정됨 · 센서 타임스탬프(ts)가 최신인지 debug_logs 에서 확인할 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7" y="4773168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07327" y="4956048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분석 결과는 관제서버로 올라가지 않음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점수와 판정 이력은 분석서버의 MySQL 에만 쌓임 · 밖으로 나가는 것은 화재 감지 시의 SMS 발송뿐임 · 관제서버에는 raw 원본이 남으므로 분석서버 이력이 사라져도 재분석은 가능함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03 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폴더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6903720" cy="494957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6501383" cy="4547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D:\MultiModal_FireCam\          &lt;- ROOT_PATH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otg_monitoring.exe             감시 프로그램 (빌드 산출물)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otg_monitoring.ini             시작 폴더 · Anaconda 지정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libmysql.dll                   MySQL 클라이언트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source\                        공통 파이썬 모듈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server_to_db.py  db_utils.py  viewer_utils.py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cv_utils.py      utils.py     constants.py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predict_machine\predict_machine.py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fall_detection\fall_detection.py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fire_detection\best_epoch_31_fire_smoke_person.pt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users\&lt;user_ID&gt;\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env.ini        현장 설정 (DB · 네트워크 · 격자)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continual_learning.ini      연속학습 설정 (임계값 · 단계 · 기여도 · 표본)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db_secrets.ini    DB 비밀번호  (git 제외)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scaler.pkl / scaler.npz / autoencoder_final.pth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debug_logs\                    실행 로그 (프로세스별)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otg_monitoring\                C++ 소스 · Visual Studio 프로젝트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7848" y="1627632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165592" y="1865376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86216" y="18836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ROOT_PATH 가 기준점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2286000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모든 경로는 이 폴더를 기준으로 계산됨 · exe 와 데이터가 같은 폴더에 놓임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7848" y="3200400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65592" y="3438144"/>
            <a:ext cx="310896" cy="310896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86216" y="34564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 별 폴더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3858768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현장을 추가하려면 users 아래에 폴더를 만들고 env.ini · continual_learning.ini · db_secrets.ini 를 넣음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7848" y="4773168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165592" y="501091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5029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 파일은 재생성 불가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5431536"/>
            <a:ext cx="2871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scaler 와 autoencoder 가중치는 재학습 없이 복구할 수 없음 · 반드시 백업할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04 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설정 파일 네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장비 고유 · 현장 고유 · 운영 중 조정 · 비밀 정보를 나눴음 · 읽는 순서가 정해져 있음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83664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32688" y="2121408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9616" y="20848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otg_monitoring.ini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395728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장비(PC) 고유  ·  exe 와 같은 폴더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7" y="2066544"/>
            <a:ext cx="42062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[PATHS] ROOT_PATH = D:\MultiModal_FireCam\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[PYTHON] ANACONDA_ROOT = C:\Users\&lt;계정&gt;\anaconda3\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[PYTHON] ANACONDA_ENV = mmc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63347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먼저 읽음 · ROOT_PATH 가 env.ini 의 위치를 결정하기 때문임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54096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32688" y="3291839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9616" y="32552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users\&lt;user&gt;\env.ini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6616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설치할 때 정함  ·  현장 폴더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3236976"/>
            <a:ext cx="42062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[NETWORK] ROOT_URL · MONITOR_SEAT_ORDER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[DB_RUNTIME] DB_HOST · DB_USER · DB_NAME_SENSOR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[CONSTANTS] 격자 크기 · 카메라 해상도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803904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한 번 정하면 거의 바꾸지 않는 값임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24527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32688" y="4462271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9616" y="4425695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users\&lt;user&gt;\continual_learning.ini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47365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운영 중 조정  ·  현장 폴더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7" y="4407407"/>
            <a:ext cx="42062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[CONSTANTS] 절대 임계값 · 단계 전환 조건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[CONSTANTS] 기여도 판단 · 학습 표본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974336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[설정] 창이 읽고 씀 · env.ini 뒤에 읽어 같은 열쇠면 이긺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94959"/>
            <a:ext cx="10874959" cy="106070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32688" y="5632703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9616" y="559612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users\&lt;user&gt;\db_secrets.ini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5907023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비밀 정보  ·  현장 폴더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0407" y="5577839"/>
            <a:ext cx="42062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[DB_RUNTIME] DB_PASSWORD = ...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[DB_ADMIN] DB_ADMIN_PASSWORD = 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9616" y="6144767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git 추적 제외. users\db_secrets.ini.sample 을 복사해 만듦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05  INSTALL 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사전 준비 — 세 가지를 먼저 설치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3529584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05740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Visual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MFC 포함 설치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017520"/>
            <a:ext cx="29809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C++ 데스크톱 개발 워크로드와
MFC 구성 요소를 반드시 포함함
openpifpaf 빌드에도 필요함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83080"/>
            <a:ext cx="3529584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00016" y="205740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MySQL 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670048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mysql-installer-web-community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017520"/>
            <a:ext cx="29809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Server 와 Connector/C 를 설치함
root 비밀번호를 기억해 둘 것
libmysql.dll 경로가 필요함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83080"/>
            <a:ext cx="3529584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467344" y="205740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Anaconda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670048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Python 3.9 환경용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017520"/>
            <a:ext cx="29809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conda 명령이 동작하는지
conda -V 로 확인함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49884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46320"/>
            <a:ext cx="10874959" cy="894460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9536" y="5047488"/>
            <a:ext cx="10472623" cy="492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-V                    # conda 24.x 처럼 버전이 나오면 정상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mysql --version             # mysql  Ver 8.0.x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06  INSTALL 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파이썬 환경 (conda: mmc)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6903720" cy="379799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9536" y="1865376"/>
            <a:ext cx="6501383" cy="3395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환경 생성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create -n mmc python=3.9 -y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mmc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딥러닝 · 영상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torch==1.10.2 torchvision==0.11.3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openpifpaf==0.12.14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opencv-python  ultralytics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수치 · 이상탐지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numpy==1.26.4  "scipy&lt;1.10"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scikit-learn  joblib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DB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pip install mysql-connector-python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7848" y="1664208"/>
            <a:ext cx="3346704" cy="173736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165592" y="1901952"/>
            <a:ext cx="347472" cy="3474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4504" y="1920240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db_utils 를 설치하지 말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2395728"/>
            <a:ext cx="287121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PyPI 에 같은 이름의 무관한 패키지가 있음 · 설치하면 프로젝트의 source\db_utils.py 대신 그쪽이 임포트되어 원인을 찾기 어려운 오류가 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7848" y="3566160"/>
            <a:ext cx="3346704" cy="21945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65592" y="3785615"/>
            <a:ext cx="2871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후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4169663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648" y="4169663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3.9.x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443484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6648" y="443484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1.25 ~ 1.26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470001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6648" y="470001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1.10.2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96519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openpifpaf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496519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0.12.14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523036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opencv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52303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4.x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549554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mysql-connector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54955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9.x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07  INSTALL 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MySQL 데이터베이스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현장(user)마다 별도의 데이터베이스를 씀 · 이름 규칙은 &lt;user_ID&gt;_sensor_data 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48256"/>
            <a:ext cx="10874959" cy="276453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249424"/>
            <a:ext cx="10472623" cy="236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mysql -u root -p                      # root 비밀번호 입력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CREATE DATABASE kict1_sensor_data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   CHARACTER SET utf8mb4 COLLATE utf8mb4_general_ci;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CREATE USER 'otg_user'@'localhost' IDENTIFIED BY '&lt;비밀번호&gt;';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GRANT ALL PRIVILEGES ON kict1_sensor_data.* TO 'otg_user'@'localhost';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FLUSH PRIVILEGES;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mysql&gt; SHOW GRANTS FOR 'otg_user'@'localhost';   # 권한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413248"/>
            <a:ext cx="10874959" cy="8778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" y="5632704"/>
            <a:ext cx="102531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현장을 추가할 때마다 </a:t>
            </a: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CREATE DATABASE</a:t>
            </a: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 와 </a:t>
            </a: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GRANT</a:t>
            </a: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 를 반복함 · 이력 테이블은 프로그램이 날짜별로 자동 생성함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08  INSTALL  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프로젝트 배치와 otg_monitoring.ini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719072"/>
            <a:ext cx="402336" cy="40233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7373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프로젝트 폴더를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48255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D:\MultiModal_FireCam\ 아래에 source, predict_machine, fall_detection, users 를 둠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633472"/>
            <a:ext cx="402336" cy="40233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6517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DLL 을 함께 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96265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libmysql.dll, libcrypto-3-x64.dll, libssl-3-x64.dll 을 exe 와 같은 폴더에 둠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547872"/>
            <a:ext cx="402336" cy="40233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56616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otg_monitoring.ini 작성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87705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exe 와 같은 폴더에 둠 · 이 파일이 없으면 exe 가 있는 폴더를 기준으로 동작함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72000"/>
            <a:ext cx="6675120" cy="198697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" y="4773168"/>
            <a:ext cx="6272783" cy="1584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; otg_monitoring.ini  (exe 와 같은 폴더)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[PATHS]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ROOT_PATH = D:\MultiModal_FireCam\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[PYTHON]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ANACONDA_ROOT = C:\Users\&lt;계정&gt;\anaconda3\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ANACONDA_ENV  = mmc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1719072"/>
            <a:ext cx="3575304" cy="42062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73568" y="1956816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읽는 순서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2395728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7744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otg_monitoring.ini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7004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ROOT_PATH 를 먼저 정함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3355848"/>
            <a:ext cx="310896" cy="310896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33756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users\&lt;user&gt;\env.ini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63016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ROOT_PATH 아래에서 찾음</a:t>
            </a:r>
          </a:p>
        </p:txBody>
      </p:sp>
      <p:sp>
        <p:nvSpPr>
          <p:cNvPr id="23" name="Oval 22"/>
          <p:cNvSpPr/>
          <p:nvPr/>
        </p:nvSpPr>
        <p:spPr>
          <a:xfrm>
            <a:off x="7973568" y="4315968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297680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users\&lt;user&gt;\db_secrets.ini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4590288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비밀번호만 따로 읽음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5358384"/>
            <a:ext cx="3026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ROOT_PATH 가 잘못되면 env.ini 를 찾지 못했다는 메시지와 함께 프로그램이 즉시 종료됨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09  INSTALL 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비밀번호 분리 — db_secrets.ini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DB 비밀번호는 env.ini 에 두지 않음 · 저장소에 올라가지 않도록 별도 파일로 분리했음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66543"/>
            <a:ext cx="6675120" cy="2666110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267712"/>
            <a:ext cx="6272783" cy="226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견본을 복사해 현장 폴더에 만듦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copy users\db_secrets.ini.sample users\kict1\db_secrets.ini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copy users\db_secrets.ini.sample users\cj_busan_1\db_secrets.ini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; users\kict1\db_secrets.ini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[DB_ADMIN]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DB_ADMIN_PASSWORD = &lt;root 비밀번호&gt;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[DB_RUNTIME]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DB_PASSWORD = &lt;otg_user 비밀번호&gt;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9248" y="2066543"/>
            <a:ext cx="3575304" cy="17007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73568" y="2286000"/>
            <a:ext cx="3026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누가 읽는가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33472"/>
            <a:ext cx="30266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파이썬은 env.ini 와 db_secrets.ini 를 이어서 읽어 하나로 합침 · C++ 은 비밀번호만 db_secrets.ini 에서 읽음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3931920"/>
            <a:ext cx="3575304" cy="201168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973568" y="4169663"/>
            <a:ext cx="347472" cy="3474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1879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빠뜨리면 즉시 중단됨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4626864"/>
            <a:ext cx="30266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db_secrets.ini 가 없으면 파일 경로와 함께 오류가 표시되고 프로그램이 멈춤 · 조용히 잘못 동작하지 않으므로 원인 파악이 쉬움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10  BUILD &amp;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빌드와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276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감시 프로그램 빌드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75104"/>
            <a:ext cx="5120640" cy="221335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4718303" cy="181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Visual Studio 에서 열기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otg_monitoring\otg_monitoring.sln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구성 선택 후 빌드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Release  |  x64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산출물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D:\MultiModal_FireCam\otg_monitoring.exe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8172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개별 실행 (문제 확인용)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029200"/>
            <a:ext cx="5120640" cy="108146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230368"/>
            <a:ext cx="4718303" cy="679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mmc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cd /d D:\MultiModal_FireCam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source\server_to_db.py "kict1"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62763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정상 동작 확인 순서</a:t>
            </a:r>
          </a:p>
        </p:txBody>
      </p:sp>
      <p:sp>
        <p:nvSpPr>
          <p:cNvPr id="11" name="Oval 10"/>
          <p:cNvSpPr/>
          <p:nvPr/>
        </p:nvSpPr>
        <p:spPr>
          <a:xfrm>
            <a:off x="6144768" y="2011680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200253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프로그램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22860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제목표시줄에 웹캠 아이콘이 보임</a:t>
            </a:r>
          </a:p>
        </p:txBody>
      </p:sp>
      <p:sp>
        <p:nvSpPr>
          <p:cNvPr id="14" name="Oval 13"/>
          <p:cNvSpPr/>
          <p:nvPr/>
        </p:nvSpPr>
        <p:spPr>
          <a:xfrm>
            <a:off x="6144768" y="2852928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8437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312724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콤보박스에서 현장을 고름 · 해당 현장의 목록만 표시됨</a:t>
            </a:r>
          </a:p>
        </p:txBody>
      </p:sp>
      <p:sp>
        <p:nvSpPr>
          <p:cNvPr id="17" name="Oval 16"/>
          <p:cNvSpPr/>
          <p:nvPr/>
        </p:nvSpPr>
        <p:spPr>
          <a:xfrm>
            <a:off x="6144768" y="3694176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368503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시작 버튼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96849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약 18초에 걸쳐 프로세스가 차례로 기동함</a:t>
            </a:r>
          </a:p>
        </p:txBody>
      </p:sp>
      <p:sp>
        <p:nvSpPr>
          <p:cNvPr id="20" name="Oval 19"/>
          <p:cNvSpPr/>
          <p:nvPr/>
        </p:nvSpPr>
        <p:spPr>
          <a:xfrm>
            <a:off x="6144768" y="4535424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45262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상태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480974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[3] processes  |  err=0000 이 표시되면 정상임</a:t>
            </a:r>
          </a:p>
        </p:txBody>
      </p:sp>
      <p:sp>
        <p:nvSpPr>
          <p:cNvPr id="23" name="Oval 22"/>
          <p:cNvSpPr/>
          <p:nvPr/>
        </p:nvSpPr>
        <p:spPr>
          <a:xfrm>
            <a:off x="6144768" y="5376672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536752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로그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56509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debug_logs 폴더에 프로세스별 로그가 쌓임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11 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화면 사용법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96112" y="1993391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1975104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두 현장의 프로세스 6개를 차례로 기동함 · 진행바가 뜨고, 이미지 뷰어가 올라오면 사라짐 · 기동 중에는 다시 눌러도 무시됨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663440" y="1993391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1975104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기동한 프로세스를 모두 종료함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1737360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430768" y="1993391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75104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설정 영역을 펼침 · 목록과 같은 토글이라 펼친 채로 다른 버튼을 쓸 수 있음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55263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96112" y="3511296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폴더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3664" y="3493007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debug_logs 폴더를 탐색기로 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3255263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663440" y="3511296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3493007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하단 프로세스 목록을 펼침 · 펼치면 문구가 접기 로 바뀜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3255263"/>
            <a:ext cx="3529584" cy="133502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430768" y="3511296"/>
            <a:ext cx="841248" cy="420624"/>
          </a:xfrm>
          <a:prstGeom prst="roundRect">
            <a:avLst>
              <a:gd name="adj" fmla="val 22000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493007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프로그램을 종료함 · 감시 중이면 확인을 한 번 물음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56048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157216"/>
            <a:ext cx="102531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선택한 현장의 목록과 이미지 뷰어만 화면에 표시됨 · 콤보박스에서 현장을 바꾸면 목록도 이미지 창도 함께 교체됨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12 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모델은 어디서 만들어지는가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운영 시스템이 쓰는 모델은 별도 폴더 D:\autoencoder 에서 만듦 · conda 환경도 otg 로 다름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21284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1945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download_ir_raw.py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220370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관제서버 → ir_raw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48716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관제서버에서 raw 파일을 내려받음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85292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8346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conv_raw.py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84378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ir_raw → step_0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12724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raw 값을 온도 값으로 변환함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4747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gen-samples.py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48386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step_0 → step_1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76732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160x120 을 64개 격자 값으로 축약함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13308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1148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apply_median.py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12394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step_1 → step_2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40740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median 필터로 노이즈를 제거함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773168"/>
            <a:ext cx="329184" cy="3291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7548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autoencoder-7.py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4764024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step_2 → saved_models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047488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적용 전인 64차원을 그대로 학습함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04688"/>
            <a:ext cx="6583680" cy="694944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650992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예전 5단계였던 apply_mask_extract.py (step_2 → step_3) 는 제거했음 · 마스크는 학습이 아니라 채점에서만 쓰이기 때문임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048256"/>
            <a:ext cx="3575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한 번에 실행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2395728"/>
            <a:ext cx="3575304" cy="105194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00416" y="2596896"/>
            <a:ext cx="3172968" cy="649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otg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cd /d D:\autoencoder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run_pipeline.bat kict1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8" y="3968496"/>
            <a:ext cx="3575304" cy="199339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55279" y="4169663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현장별 데이터 폴더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535424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D:\autoencoder\&lt;user&gt;\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ir_raw  raw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step_0  step_1  step_2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  saved_models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13 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학습과 운영의 관계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4297680" cy="26517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1993392"/>
            <a:ext cx="420624" cy="42062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0482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D:\autoencoder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3749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conda 환경 : otg  (numpy 2.x)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5단계 파이프라인으로 모델을 만듦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산출물은 saved_models 에 쌓임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프로젝트 폴더 밖이라 git 추적 대상이 아님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2048" y="1737360"/>
            <a:ext cx="4297680" cy="26517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516368" y="1993392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0482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D:\MultiModal_FireCam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2615184"/>
            <a:ext cx="3749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conda 환경 : mmc  (numpy 1.x)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predict_machine.py 가 모델을 읽음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users\&lt;user&gt;\ 에 모델을 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git 으로 백업됨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0096" y="2871216"/>
            <a:ext cx="1517904" cy="384048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239572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복사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scaler.pkl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33467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autoencoder_final.pth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26864"/>
            <a:ext cx="3529584" cy="1426464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96112" y="4846320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8646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같은 회차의 짝을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66944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scaler 와 autoencoder 는 한 번의 학습에서 함께 나온 것이어야 함 · 따로 복사하면 점수가 조용히 틀어짐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626864"/>
            <a:ext cx="3529584" cy="1426464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663440" y="4846320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48646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numpy 버전 차이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66944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otg(2.x)에서 만든 scaler.pkl 은 mmc(1.x)에서 읽히지 않아, 같은 폴더의 scaler.npz 로 대체함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4626864"/>
            <a:ext cx="3529584" cy="1426464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430768" y="4846320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48646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학습 폴더도 백업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5266944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D:\autoencoder 는 프로젝트 밖이라 백업에서 빠지기 쉬움 · 스크립트만이라도 보관할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14  TRAINING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학습을 실행함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학습은 운영과 분리된 D:\autoencoder 에서 conda 환경 otg 로 실행함 · 현장 이름을 인자로 넘긺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4825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실행 절차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95728"/>
            <a:ext cx="6400800" cy="321729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" y="2596896"/>
            <a:ext cx="5998464" cy="2814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1. 학습 환경으로 전환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conda activate otg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cd /d D:\autoencoder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2. 5단계를 한 번에 실행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run_pipeline.bat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단계별 실행 (필요할 때만)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download_ir_raw.py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conv_raw.py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gen-samples.py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apply_median.py kict1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autoencoder-7.py kict1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669280"/>
            <a:ext cx="64008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5888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주요 설정값  ·  입력 64 · 잠재 16 · 배치 512 · 600 epoch · Adam lr 1e-4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51775" y="2048256"/>
            <a:ext cx="4178808" cy="17556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7807" y="2231136"/>
            <a:ext cx="3666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실제 학습 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259689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kict1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28529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2025-08-27 ~ 2026-02-10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2633472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167,677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31638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cj_busan_1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34198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2026-01-06 ~ 2026-07-04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6104" y="3200400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954,601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3931920"/>
            <a:ext cx="4178808" cy="222199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07807" y="4114800"/>
            <a:ext cx="3666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4462272"/>
            <a:ext cx="36667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&lt;user&gt;\saved_models\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  autoencoder_final.pth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  scaler.pkl   scaler.npz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autoencoder_epoch_N.pth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  training_log.csv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5650992"/>
            <a:ext cx="3666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scaler.npz 는 학습이 자동으로 함께 만듦 · 운영 환경의 numpy 1.x 대비용임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15 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 구조와 점수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상태만 학습시켜, 처음 보는 열 분포는 복원에 실패하도록 만드는 방식임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2991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532991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96031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1519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71519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34559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10047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10047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73087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48575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48575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1615" y="2404872"/>
            <a:ext cx="384048" cy="219456"/>
          </a:xfrm>
          <a:prstGeom prst="rightArrow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7103" y="2139696"/>
            <a:ext cx="1371600" cy="7498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87103" y="234086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999232"/>
            <a:ext cx="1087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인코더가 64개 값을 16개로 압축하고, 디코더가 다시 64개로 되돌림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11296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정확한 계층 구성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40480"/>
            <a:ext cx="5285232" cy="105194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" y="4041648"/>
            <a:ext cx="4882896" cy="649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encoder : 64 -&gt; 32 -&gt; 16 -&gt; 16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decoder : 16 -&gt; 16 -&gt; 32 -&gt; 64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활성함수 : ReLU (마지막 층 제외)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511296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점수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840480"/>
            <a:ext cx="5285232" cy="1051941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4041648"/>
            <a:ext cx="4882896" cy="649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mse   = 마스크 16셀의 재구성 오차 평균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score = exp(-mse * 10)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1.0 에 가까울수록 정상, 0 에 가까울수록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974336"/>
            <a:ext cx="10874959" cy="118872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32688" y="5193792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519379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마스크는 학습에 쓰이지 않음 — 가변 패턴 방식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5559552"/>
            <a:ext cx="96926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학습은 64셀 전부를 그대로 씀 · 마스크는 채점할 때 어느 셀의 오차를 평균낼지 고르는 데만 쓰임 · 따라서 16셀 지정을 바꾸더라도 hotlist_mask_local.ini 파일만 교체하면 되고, 재학습은 필요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16  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다시 학습해야 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증상이 비슷해 보여도 원인이 다름 · 재학습이 답이 아닌 경우를 먼저 가려낼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48256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재학습이 필요함</a:t>
            </a:r>
          </a:p>
        </p:txBody>
      </p:sp>
      <p:sp>
        <p:nvSpPr>
          <p:cNvPr id="7" name="Oval 6"/>
          <p:cNvSpPr/>
          <p:nvPr/>
        </p:nvSpPr>
        <p:spPr>
          <a:xfrm>
            <a:off x="950976" y="2660903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2578608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설비를 교체하거나 공정이 바뀌어 열 분포 자체가 달라진 경우</a:t>
            </a:r>
          </a:p>
        </p:txBody>
      </p:sp>
      <p:sp>
        <p:nvSpPr>
          <p:cNvPr id="9" name="Oval 8"/>
          <p:cNvSpPr/>
          <p:nvPr/>
        </p:nvSpPr>
        <p:spPr>
          <a:xfrm>
            <a:off x="950976" y="3191256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3108960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 구간에 없던 계절·환경 조건이 생긴 경우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3721607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639311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오탐 또는 미탐이 눈에 띄게 누적되는 경우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048256"/>
            <a:ext cx="5285232" cy="228600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19672" y="2231136"/>
            <a:ext cx="4736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재학습이 필요 없음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660903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578608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마스크 16셀만 바꾼 경우 — 파일 교체로 즉시 반영됨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3191256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3108960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카메라 조준이 틀어진 경우 — 원위치 복원이 정답임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721607"/>
            <a:ext cx="146304" cy="1463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3639311"/>
            <a:ext cx="4370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 데이터가 끊긴 경우 — 장비 점검이 먼저임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35424"/>
            <a:ext cx="10874959" cy="162763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32688" y="4754880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77316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kict1 — 2026-07-13, 점수가 0.003 까지 떨어졌지만 모델은 정상이었음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157216"/>
            <a:ext cx="96012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설비와 무관하게 늘 뜨거운 고정 열점이 격자 (4,1) 에 있었는데, 13:48~13:56 사이 (3,4) 로 옮겨갔음 · 카메라가 위 1칸·오른쪽 3칸 밀린 것임 · 마스크 16셀이 엉뚱한 곳을 보게 되어 점수가 떨어졌을 뿐, 모델과 마스크 자체는 멀쩡했음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점검 방법 — 학습 데이터 평균에서 주변보다 뚜렷이 뜨거운 셀을 기준점으로 정해 두고, 그 셀이 계속 같은 자리인지만 보면 조준 이상을 바로 알 수 있음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17  CONTINUAL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당일부터 동작시키기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예전에는 모델 파일이 없으면 프로그램이 종료되어, 새 현장은 수 주간 데이터를 모아 오토인코더를 만들기 전까지 감시 자체가 불가능했음 · 이제는 준비된 만큼만 쓰고 계속 동작하며, 상위 단계가 준비되면 자동으로 올라감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96112" y="2615184"/>
            <a:ext cx="475488" cy="47548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688336"/>
            <a:ext cx="1536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절대 임계값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설치 즉시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학습 0건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고정된 온도·상승률 선. 학습 기반 판정이 모두 실패해도 이것만은 남음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349300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38144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675887" y="2615184"/>
            <a:ext cx="475488" cy="475488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688336"/>
            <a:ext cx="1536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경험 임계값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약 하루 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표본 3,000건 + 18시간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셀마다 정상 범위를 누적해 그 선을 넘은 만큼 채점함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3" y="349300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55664" y="2615184"/>
            <a:ext cx="475488" cy="47548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88336"/>
            <a:ext cx="1536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오토인코더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수 일~수 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히스토리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 사이의 결합 분포까지 봄 · 2단계가 놓치는 조합 이상을 잡음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78240" y="349300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7696" y="2395728"/>
            <a:ext cx="2542032" cy="23957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35440" y="2688336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연속학습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36976"/>
            <a:ext cx="2066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D6BA8"/>
                </a:solidFill>
                <a:latin typeface="맑은 고딕"/>
                <a:ea typeface="맑은 고딕"/>
                <a:cs typeface="맑은 고딕"/>
              </a:rPr>
              <a:t>지속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감도 시험 통과 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822191"/>
            <a:ext cx="206654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쌓인 데이터로 3단계 모델을 스스로 갱신하며, 검증을 통과해야만 교체됨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92624"/>
            <a:ext cx="10874959" cy="117043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32688" y="5212080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521208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하위 단계는 상위 단계가 생겨도 계속 살아 있음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557784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오토인코더나 경험 임계값은 '이 현장의 평소'를 기준으로 판정하므로, 평소가 서서히 변하면 기준도 따라감 · 그 특성은 오탐을 줄이지만 서서히 커지는 위험을 놓칠 수 있다는 뜻이기도 함 · 1단계의 고정선이 그 마지막 안전망임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18  STAGE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 전에도 감시한다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934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1단계 · 절대 임계값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5285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격자 64칸의 최대 온도와 분당 상승률을 고정선과 비교함 · 학습이 전혀 없어도 동작함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87168"/>
            <a:ext cx="5285232" cy="1572768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기본값을 두지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80944"/>
            <a:ext cx="47731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설비마다 정상 온도가 전혀 다름 · 실측 결과임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kict1          정상 가동 중 격자 최고가 197도까지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cj_busan_1     정상 가동의 99.05% 가 12도/분 초과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추측한 기본값은 쉬지 않고 경보를 울림 · 미지정이면 1단계를 끄고 시작 시 경고함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14800"/>
            <a:ext cx="5285232" cy="1337373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9536" y="4315968"/>
            <a:ext cx="4882896" cy="935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# users/&lt;user&gt;/continual_learning.ini  [CONSTANTS]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ABS_TEMP_WARN = 172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ABS_TEMP_ALARM = 187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ABS_RISE_WARN = 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ABS_RISE_ALARM = 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60934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2단계 · 경험 임계값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38528"/>
            <a:ext cx="5285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"이 셀이 지금까지 이렇게 뜨거운 적이 있었는가" 를 봄 · 평균에서 몇 σ 위인지가 아님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487168"/>
            <a:ext cx="5285232" cy="15727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01384" y="265176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셀별 256칸 히스토그램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980944"/>
            <a:ext cx="477316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격자 온도가 0~255 정수라 근사가 아니라 정확한 상위 분위수를 얻음 · 64KB, 저장 시 12KB.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설비는 가동/정지로 분포가 둘로 갈림 · 표준편차 기반 판정은 그 사이 거리까지 삼켜 둔해짐 · 분위수는 분포 모양과 무관함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4114800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실측 검증 (kict1 데이터)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448056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프레임 500장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44805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오탐 0.00%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47183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셀 +20도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47183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score 0.680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495604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셀 +40도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9560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score 0.227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51937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마스크 셀 +100도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51937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score 0.008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68112"/>
            <a:ext cx="10874959" cy="694944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559552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경험 임계값은 3단계 이후에도 은퇴하지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852160"/>
            <a:ext cx="103263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오토인코더가 준비되면 두 점수를 함께 내고 낮은 쪽을 씀 · 한쪽만 이상이라 하면 불일치로 기록해 원인을 가리킴 · 화면 이동 감시(정상 0.9998 / 이동 시 0.23)와 통계 누적도 계속됨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19  STAGE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단계는 언제 서는가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세 단계는 차례로 서고, 선 뒤에도 물러나지 않음 · 조건은 모두 [설정] 창에서 바꿈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3520440" cy="40416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96112" y="2267712"/>
            <a:ext cx="420624" cy="42062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230428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1단계 · 절대 임계값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56032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설치 즉시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서는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8256" y="2944368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네 값을 모두 채우면 그 순간부터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8668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걸리는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3186684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격자 64칸 최고 온도 &gt;= 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3429000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또는 분당 상승률 &gt;= 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67131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끄는 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3671316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네 칸을 모두 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4023360"/>
            <a:ext cx="3044952" cy="92252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42415" y="4169664"/>
            <a:ext cx="2752344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ABS_TEMP_WARN  = 172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ABS_TEMP_ALARM = 187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ABS_RISE_WARN  = 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ABS_RISE_ALARM = 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04688"/>
            <a:ext cx="3044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네 칸을 모두 채우거나 모두 비움 · 섞이면 저장을 막음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3" y="2057400"/>
            <a:ext cx="3520440" cy="40416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681727" y="2267712"/>
            <a:ext cx="420624" cy="420624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30428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2단계 · 경험 임계값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256032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서기까지 하루 남짓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7" y="294436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서는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1" y="2944368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표본 &gt;= 3,000 그리고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1" y="3186684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시간대 &gt;= 18 (둘 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342900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걸리는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1" y="3429000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셀 온도 &gt; 그 셀의 상위 분위선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7" y="367131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쌓는 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1" y="3671316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online_baseline.npz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7" y="4023360"/>
            <a:ext cx="3044952" cy="60756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28031" y="4169664"/>
            <a:ext cx="2752344" cy="314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BASELINE_MIN_SAMPLES = 3000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BASELINE_MIN_HOURS   = 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7" y="5504688"/>
            <a:ext cx="3044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시간대 조건이 있는 이유: 낮만 모은 임계값은 밤을 모름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057400"/>
            <a:ext cx="3520440" cy="40416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467344" y="2267712"/>
            <a:ext cx="420624" cy="42062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230428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3단계 · 오토인코더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2560320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자료가 모여야 만듦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294436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만드는 조건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8" y="2944368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DB 행 &gt;= 5,000 그리고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3186684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시간대 &gt;=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342900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쓰는 조건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9488" y="3429000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예행연습이 승격 판정을 내고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9488" y="3671316"/>
            <a:ext cx="1892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[재학습 적용] 을 누를 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67344" y="4023360"/>
            <a:ext cx="3044952" cy="60756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613648" y="4169664"/>
            <a:ext cx="2752344" cy="314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RETRAIN_MIN_SAMPLES = 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RETRAIN_MIN_HOURS   = 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7344" y="5504688"/>
            <a:ext cx="3044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승격해도 2단계는 함께 돎 · 두 점수 중 낮은 쪽을 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20  BASELINE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2단계 경험 임계값은 언제 바뀌는가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경험 임계값이 세는 것은 모델의 오차가 아니라 칸의 온도 그 자체임 · 그래서 모델을 갈아도 그대로 맞음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48256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쌓이는 조건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95728"/>
            <a:ext cx="5532120" cy="138988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200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두 가지가 모두 맞을 때만 한 프레임이 들어감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절대 임계값에 걸리지 않았다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화면이 밀리지 않았다 (기준 패턴과의 상관 0.95 이상)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이상으로 본 프레임을 넣으면 서서히 커지는 열점을 "요즘의 정상" 으로 흡수함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13632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창은 최근 것만 듦 (고리 버퍼)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61104"/>
            <a:ext cx="5532120" cy="148132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50200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최소 조건(3,000건 · 18시간대)을 지키는 선까지만 들고, 그 위로는 오래된 것부터 밀어냄 · 상한 50,000건.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그래서 기간을 길게 잡아도 내용은 같음 · 7월부터 넣든 최근 5일만 넣든 남는 것은 최근 3,000건임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200건마다 저장함 · 비정상 종료 시 최대 199건을 잃음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48256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처음부터 다시 쌓는 경우는 네 가지뿐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450592"/>
            <a:ext cx="5532120" cy="5120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11696" y="253288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--reset-baseline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532888"/>
            <a:ext cx="3099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사람이 치울 때. 마스크를 다시 떴거나 카메라를 옮겼을 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035808"/>
            <a:ext cx="5532120" cy="5120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11696" y="311810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파일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118104"/>
            <a:ext cx="3099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직후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621024"/>
            <a:ext cx="5532120" cy="5120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11696" y="370332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격자 칸 수 바뀜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3703320"/>
            <a:ext cx="3099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마스크 격자가 64칸이 아니게 되었을 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206240"/>
            <a:ext cx="5532120" cy="5120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11696" y="428853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읽기 실패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288536"/>
            <a:ext cx="3099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저장 도중 꺼져 파일이 깨졌을 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846320"/>
            <a:ext cx="5532120" cy="786384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29983" y="4956048"/>
            <a:ext cx="5056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되돌리기는 경험 임계값을 건드리지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3" y="5212080"/>
            <a:ext cx="50566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[되돌리기] 는 오토인코더 모델만 세대 단위로 돌림 · 치운 임계값은 지우지 않고 _retired_baseline 에 보관함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60720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사유는 baseline_reset.ini 에 남고 [설정] 창 [현재 진행] 에 나옴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888736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97103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기다리지 않고 되쌓기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5971032"/>
            <a:ext cx="69887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python retrain/rebuild_baseline.py &lt;user&gt;   — 히스토리 DB 의 프레임으로 한 번에 다시 쌓음 (하루 대기 불필요)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21  RETRAIN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재학습 - 창에서 눌러 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히스토리 DB 에 이미 64셀 값이 쌓이고 있어, 별도 수집 장치 없이 갱신함 · 정해진 시각에 저절로 돌지는 않음 - [재학습] 창에서 눌러야 돌고, 가운데에 진행 판이 떠 경과 시간과 단계를 보여 줌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084831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066543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재생 버퍼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59151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날짜마다 같은 몫으로, 하루 안에서는 시각 24칸에 고르게 표집함 · 최근 것만 쓰면 여름에 겨울 패턴을 잊음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926079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907791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후보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200399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서빙과 같은 환경에서 학습하므로 numpy 버전 문제가 없음 · 모델이 작아 CPU 로 수 분임 · 다음 장에 전체 흐름도가 있음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767328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7490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감도 회귀 시험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04164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적합도만 보면 절반만 본 것임 · 합성 이상을 주입해 여전히 잡아내는지 함께 봄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608576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590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세대 보관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88289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재학습을 실제로 돌린 경우만 보관함(10세대). 예행연습은 아무것도 남기지 않음 · 되돌리기는 다음 장에서 다룸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048256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8" y="2377440"/>
            <a:ext cx="3849624" cy="158343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6096" y="2578608"/>
            <a:ext cx="3447288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$ python retrain/nightly_retrain.py &lt;user&gt;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--dry-run     시험만, 교체 안 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--fresh       예행연습을 안 쓰고 새로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--list        세대 목록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--rollback [세대]  되돌리기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--reset-baseline  기준선 치우기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4114800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실측 — cj_busan_1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446227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44622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후보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5288" y="446227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현재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473659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평균 점수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73659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0.931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5288" y="473659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0.816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501091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오탐 비율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50109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50109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5285231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+20도 주입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528523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0.039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528523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0.433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5559551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+40도 주입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555955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5559551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0.112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504" y="5870448"/>
            <a:ext cx="3749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검증 구간이 최근이라 후보에 유리한 비교임 · "지금 데이터에 어느 쪽이 맞는가" 로 볼 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22  RETRAIN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재학습은 이렇게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[재학습] 창에서 [예행연습] 이나 [재학습 적용] 을 눌러 시작함 · 위 줄은 준비, 아래 줄은 학습과 승격임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29968"/>
            <a:ext cx="1481328" cy="1325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재학습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14016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[예행연습]
[재학습 적용]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39696" y="2692908"/>
            <a:ext cx="343814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83510" y="2029968"/>
            <a:ext cx="1481328" cy="132588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74950" y="21031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예행연습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4950" y="2414016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적용 때, 6시간 이내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있으면 그 모델 승격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4838" y="2692908"/>
            <a:ext cx="343814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08652" y="2029968"/>
            <a:ext cx="1481328" cy="132588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00092" y="21031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운용 모델 읽기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092" y="2414016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점수와 표본 선별에 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못 읽으면 중단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89980" y="2692908"/>
            <a:ext cx="343815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33795" y="2029968"/>
            <a:ext cx="1481328" cy="1325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5235" y="21031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기여도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5235" y="2414016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최근 판단 구간에서 2,000건을 채점해 w 계산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5123" y="2692908"/>
            <a:ext cx="343814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58937" y="2029968"/>
            <a:ext cx="1481328" cy="1325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50377" y="21031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재생 버퍼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0377" y="2414016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날짜마다 같은 몫 · 하루 안은 시각 24칸 균등 · 최대 20,000건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0265" y="2692908"/>
            <a:ext cx="343815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2029968"/>
            <a:ext cx="1481328" cy="132588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0" y="21031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표본 충분?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414016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5,000건 · 18시간대 이상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모자라면 보류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160520"/>
            <a:ext cx="1481328" cy="1325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42336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후보 학습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544568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85% 학습 · 15% 검증. 웜스타트 (켬: w=0 이면 새로)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39696" y="4823459"/>
            <a:ext cx="343814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483510" y="4160520"/>
            <a:ext cx="1481328" cy="1325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574950" y="42336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감도 회귀 시험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4950" y="4544568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정상 점수 · 오탐 · 합성 이상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64838" y="4823459"/>
            <a:ext cx="343814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08652" y="4160520"/>
            <a:ext cx="1481328" cy="132588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400092" y="42336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예행연습인가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0092" y="4544568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예이면 .dryrun 임시 저장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789980" y="4823459"/>
            <a:ext cx="343815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133795" y="4160520"/>
            <a:ext cx="1481328" cy="1325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25235" y="42336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세대로 보관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5235" y="4544568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10세대까지 남긺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615123" y="4823459"/>
            <a:ext cx="343814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958937" y="4160520"/>
            <a:ext cx="1481328" cy="132588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050377" y="42336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시험 통과?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50377" y="4544568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현재 모델보다 둔하면 불합격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불합격이면 보류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440265" y="4823459"/>
            <a:ext cx="343815" cy="0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784080" y="4160520"/>
            <a:ext cx="1481328" cy="132588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875520" y="42336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승격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4544568"/>
            <a:ext cx="12984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운용 모델로 배치, 10초 안에 교체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524744" y="3355848"/>
            <a:ext cx="0" cy="402335"/>
          </a:xfrm>
          <a:prstGeom prst="line">
            <a:avLst/>
          </a:prstGeom>
          <a:ln w="19050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399032" y="3758183"/>
            <a:ext cx="9125712" cy="0"/>
          </a:xfrm>
          <a:prstGeom prst="line">
            <a:avLst/>
          </a:prstGeom>
          <a:ln w="19050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9032" y="3758183"/>
            <a:ext cx="0" cy="402337"/>
          </a:xfrm>
          <a:prstGeom prst="line">
            <a:avLst/>
          </a:prstGeom>
          <a:ln w="19050">
            <a:solidFill>
              <a:srgbClr val="8A94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5687568"/>
            <a:ext cx="98691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둥근 칸은 갈림길임 · 보류로 끝나도 운용 모델은 그대로이고, 적용 중 시험에서 막힌 후보는 세대로 남아 왜 막혔는지 보고서로 볼 수 있음 · 예행연습은 세대를 만들지 않음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[자동 재학습] 을 켜 두면 감시가 기여 w &lt; 1.00 일 때 이 흐름을 스스로 시작하고, 시험을 통과하면 바로 승격함 · 간격(기본 24시간)을 두고 돌며 결과는 auto_retrain_history.txt 에 쌓임 · 켜고 끄는 것은 [저장] 으로 확인한 뒤 반영됨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23  CAMERA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카메라가 밀렸을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이동은 재서 알려 주기만 함 · 이미지도 마스크도 자동으로 되돌리지 않음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무엇을 재는가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37744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RGB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3774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base_img/base_ref.png 한 장과 위상 상관. 기동할 때 한 번.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94436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열화상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294436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64칸의 느린 EWMA 와 장기 평균의 상관. 0.95 미만이면 누적을 멈춤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51129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믿을 수 있나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3511296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response 가 0.30 미만이면 '판정 불가'. 거짓말보다 나음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062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3708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왜 보정하지 않는가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68172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되돌려도 score 가 0.088 에서 0.365 까지밖에 오르지 않음(정상 0.952). 게다가 가장자리에 공백이 생기고, 무엇으로 채우든 지어낸 값이 64차원 입력 전체를 흐림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칸 수로는 모델 상태를 알 수 없다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239572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이동량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39572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268833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68833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0.957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298094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9809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0.916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3273551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273551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0.940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3566159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566159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0.890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3" y="38587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kict1 실제 1.3칸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858768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Consolas"/>
                <a:ea typeface="Consolas"/>
                <a:cs typeface="Consolas"/>
              </a:rPr>
              <a:t>0.088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3" y="426110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7월 자료를 일부러 밀어 잰 값임 · 3칸을 밀어도 0.890 인데 kict1 은 1.3칸에 0.088 임 · 칸 수는 모델 손상을 예측하지 못함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7" y="5029200"/>
            <a:ext cx="4937760" cy="82296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10527" y="5175504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그래서 2칸 이상이면 [설정] 화면에 '현장 조준 확인' 을 띄움 · 자동 보정이 아니라 사람에게 알리는 용도임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24  MODEL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기존 모델을 얼마나 물려받는가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몇 칸 밀렸는지가 아니라 지금 몇 점을 내고 있는지로 정함 · 점수는 표본을 지금 모델로 다시 매겨 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판단 점수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340864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판단 구간(다음 장)에서 최대 2,000건을 뽑아 지금 모델로 다시 매긴 점수의 중앙값임 · DB 에 적힌 점수는 그때 돌던 모델의 것이라 쓰지 않음 · 순간값 대신 중앙값을 쓰는 것은, 서서히 뜨거워지는 설비의 점수 하락을 그대로 재학습하면 경보가 사라지기 때문임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2186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다음 프레임은 빼고 셈</a:t>
            </a:r>
          </a:p>
        </p:txBody>
      </p:sp>
      <p:sp>
        <p:nvSpPr>
          <p:cNvPr id="8" name="Oval 7"/>
          <p:cNvSpPr/>
          <p:nvPr/>
        </p:nvSpPr>
        <p:spPr>
          <a:xfrm>
            <a:off x="731519" y="3529584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83864"/>
            <a:ext cx="4754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절대 임계값이 걸린 프레임 — 이상일 수 있는 구간은 근거가 못 됨</a:t>
            </a:r>
          </a:p>
        </p:txBody>
      </p:sp>
      <p:sp>
        <p:nvSpPr>
          <p:cNvPr id="10" name="Oval 9"/>
          <p:cNvSpPr/>
          <p:nvPr/>
        </p:nvSpPr>
        <p:spPr>
          <a:xfrm>
            <a:off x="731519" y="3986783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941063"/>
            <a:ext cx="4754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열화상이 멈춘 프레임 — 같은 값이 반복되면 점수도 가짜임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점수 → 기여 가중치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239572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3957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3957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동적구성을 켰을 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268833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0.85 이상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68833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68833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웜스타트 · 옛 자료 w 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98094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0.70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98094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98094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두 끝 사이는 직선으로 이음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3273551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0.50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3273551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273551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웜스타트 · 옛 자료 46%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356615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0.20 이하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566159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566159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새로 초기화 · 새 시기만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3" y="385876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두 끝 사이는 직선으로 이어 0.849 와 0.851 이 딴 학습이 되지 않게 함 · 값은 [설정] 창에서, 기여 문턱은 [재학습] 창의 재생버퍼 동적구성 줄에서 바꿈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297680"/>
            <a:ext cx="10874959" cy="13258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2688" y="444398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w = 0 이어도 옛 모델을 잊지는 않음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75488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가중치를 물려받지 않을 뿐, 감도 회귀 게이트의 비교 대상으로는 계속 씀 · 새 모델이 옛 모델보다 둔해지면 승격을 막는 장치인데, 비교 대상이 없으면 그 장치가 무력해짐 · 또한 모델을 못 믿기로 했으면 그 모델의 점수로 학습 표본을 고르지도 않음 — 1단계 절대 임계값으로 거름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42432"/>
            <a:ext cx="10874959" cy="50292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9264" y="5870448"/>
            <a:ext cx="102531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기여 문턱과 w 는 재생버퍼 동적구성을 켰을 때만 쓰임 · 끄면 늘 웜스타트하고 옛/새를 가르지 않음 · 학습률은 w 와 무관하게 고정임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25  CONTRIBUTION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기여도는 어느 구간을 재는가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지금 모델이 최근 변화를 잘 받아들이는지 보는 구간임 · 학습 표본을 뽑는 구간과 같을 필요가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구간을 정하는 규칙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77440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34086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가장 새 테이블부터 N개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59689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N 은 [설정] 창의 판단 최소 일수임 · 날짜별 테이블(results_history_YYYYMMDD)을 새것부터 N개 가져옴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3127248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09067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그중 N일보다 오래된 것은 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34670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새 테이블 날짜에서 N-1일보다 앞선 것을 버림 · 시계가 아니라 테이블 이름끼리 견주고, 빈 날이 있으면 N개보다 적게 남음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3877056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84048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이 구간이 재생 버퍼의 새 시기다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409651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동적구성을 켜면 재생 버퍼가 이 구간을 새 시기, 그 앞을 옛 시기로 가르고 w : 1-w 로 섞음 · 표본이 모자라면 판단을 보류함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2011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예 - 판단 최소 일수 7, 가장 새 테이블 10-04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23591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9월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7" y="23591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10월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5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36207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79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65392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2863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94575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42047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23759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2944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5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82127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11312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58784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40496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7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869680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17151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98863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46335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528047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19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857232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04704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186416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33888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515600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3072" y="2578608"/>
            <a:ext cx="292608" cy="27432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844784" y="260604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69680" y="2523744"/>
            <a:ext cx="0" cy="1243584"/>
          </a:xfrm>
          <a:prstGeom prst="line">
            <a:avLst/>
          </a:prstGeom>
          <a:ln w="15875">
            <a:solidFill>
              <a:srgbClr val="8A94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236207" y="2999232"/>
            <a:ext cx="2606040" cy="310896"/>
          </a:xfrm>
          <a:prstGeom prst="roundRect">
            <a:avLst>
              <a:gd name="adj" fmla="val 15000"/>
            </a:avLst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309359" y="3026664"/>
            <a:ext cx="24505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재생 버퍼 - 옛 시기 (켬 w)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97111" y="2999232"/>
            <a:ext cx="2276856" cy="310896"/>
          </a:xfrm>
          <a:prstGeom prst="roundRect">
            <a:avLst>
              <a:gd name="adj" fmla="val 15000"/>
            </a:avLst>
          </a:prstGeom>
          <a:solidFill>
            <a:srgbClr val="D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961119" y="302666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새 시기 (켬 1-w)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3401568"/>
            <a:ext cx="2276856" cy="310896"/>
          </a:xfrm>
          <a:prstGeom prst="roundRect">
            <a:avLst>
              <a:gd name="adj" fmla="val 15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942832" y="3429000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C3489"/>
                </a:solidFill>
                <a:latin typeface="맑은 고딕"/>
                <a:ea typeface="맑은 고딕"/>
                <a:cs typeface="맑은 고딕"/>
              </a:rPr>
              <a:t>기여도 - 최근 N일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54495" y="3438144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기여도는 이 구간을 보지 않음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42248" y="2926080"/>
            <a:ext cx="2331720" cy="859536"/>
          </a:xfrm>
          <a:prstGeom prst="rect">
            <a:avLst/>
          </a:prstGeom>
          <a:noFill/>
          <a:ln w="19050">
            <a:solidFill>
              <a:srgbClr val="7F77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42248" y="381304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C3489"/>
                </a:solidFill>
                <a:latin typeface="맑은 고딕"/>
                <a:ea typeface="맑은 고딕"/>
                <a:cs typeface="맑은 고딕"/>
              </a:rPr>
              <a:t>겹치는 구간 09-28 ~ 10-04 (= 새 시기)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7" y="411480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켬 / 끔 = 재생버퍼 동적구성 (기본 끔). 끄면 옛/새를 가르지 않고 전체에서 뽑음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4526280"/>
            <a:ext cx="5300319" cy="162763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" y="4663440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재생 버퍼 기간과 같을 필요가 없다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4974336"/>
            <a:ext cx="478825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기여도는 '최근 변화를 받아들이나' 를 재므로 짧고 최근이어야 함 · 재생 버퍼는 '무엇을 배울까' 라서 계절·가동 패턴을 잊지 않도록 수집 일수(기본 전체) 만큼 넓게 뽑음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동적구성을 켜면 판단 구간이 재생 버퍼의 새 시기가 되어 w : 1-w 로 섞이고, 끄면 구간과 상관없이 전체에서 뽑음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3007" y="4526280"/>
            <a:ext cx="5300319" cy="1627632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489039" y="4663440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w 는 동적구성을 켰을 때만 쓰인다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89039" y="4974336"/>
            <a:ext cx="478825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재학습은 사람이 [재학습] 창에서 시작하거나, [자동 재학습] 을 켜면 w &lt; 1.00 일 때 감시가 시작함 · 동적구성을 켜면 w 가 웜스타트 여부(w=0 이면 새로 초기화)와 옛 : 새 비율을 정하고, 끄면 늘 웜스타트함 · 학습률은 고정임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구간 안에 근거가 모자라면(표본 500건 미만) 판단을 보류하고 w 는 1.00 으로 둠 · 모르는 것을 이유로 모델을 버리지 않기 위해서임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26 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되돌리기 - 무엇으로 돌아가는가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감도 시험을 통과한 모델도 현장에서 겪어 보면 아닐 수 있음 · [재학습] 창에서 세대를 골라 되돌림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10874959" cy="2567686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2212848"/>
            <a:ext cx="10472623" cy="216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재학습 창 ]                             [ generation_history.txt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[되돌리기] [20260924_145528 (직전) v]     09-23 14:51  20260923_145111  승격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    [예행연습] [재학습 적용] [닫기]   09-24 12:14  20260924_121452  승격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[v] 재생버퍼 동적구성 [0.85][0.20] [저장]  09-24 12:54  20260923_145111  되돌림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[v] 자동 재학습 [ 24 ] 시간마다           09-24 14:55  20260924_145528  승격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                                      09-24 22:27  20260924_222750  승격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[cj_busan_1] 운용에 올라간 세대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20260923_145111   운용된 적 있음       승격과 되돌림을 남긺 · 목록에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20260924_121452   운용된 적 있음       담는 것은 여기 있는 세대뿐임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20260924_145528   운용된 적 있음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20260924_222750   운영중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18304"/>
            <a:ext cx="5300319" cy="14447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한 걸음 뒤가 아니라 골라서 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75504"/>
            <a:ext cx="47882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되돌리기도 승격으로 기록되므로, 늘 한 걸음 뒤로만 가면 두 세대 사이를 왕복할 뿐 더 앞으로는 못 감 · 그래서 목록에서 고름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목록에는 운용에 올라간 적이 있는 세대만 담긺 · 예행연습은 아무것도 남기지 않고, 시험에서 막힌 후보는 운용된 적이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718304"/>
            <a:ext cx="5300319" cy="144475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89039" y="4864608"/>
            <a:ext cx="478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되돌려도 경험 임계값은 그대로 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9039" y="5175504"/>
            <a:ext cx="47882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경험 임계값이 세는 것은 모델의 오차가 아니라 칸의 온도 그 자체라, 모델을 되돌려도 그대로 맞음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되돌리기는 오토인코더 모델만 세대 단위로 돌림 · 되돌린 뒤 [정지] -&gt; [시작] 이 필요함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27  STAGE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설정 창 - 네 묶음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[설정] 버튼을 누르면 창 아래가 펼쳐짐 · 값은 users\&lt;현장&gt;\continual_learning.ini 에 저장됨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10512"/>
            <a:ext cx="10874959" cy="3442208"/>
          </a:xfrm>
          <a:prstGeom prst="roundRect">
            <a:avLst>
              <a:gd name="adj" fmla="val 5000"/>
            </a:avLst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1956816"/>
            <a:ext cx="10582351" cy="314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[ 1단계 절대 임계값 ]  주의/경보          [ 현재 진행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격자 최고 온도      [ 172 ][ 187 ]        ● 1단계 절대임계값   사용 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분당 상승률          [  90 ][ 120 ]            온도 172/187도 · 상승 90/120도/분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[ 2단계 전환 조건 ]                       ● 2단계 경험임계값   사용 중        [임계값]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기준선 최소 표본수  [ 3000 ]                   표본 3,001/3,000 · 시간대 21/18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기준선 최소 시간대  [   18 ]                   2026-10-01 15:31 DB 에서 되쌓음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                                           [현재부터쌓기] [DB에서되쌓기]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[ 3단계·기여도 ]                          ● 3단계 오토인코더   사용 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판단 최소 일수        [    7 ]                 세대 20260929_115231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표본 수 (최소/최대)  [500][2000]               모델 2026-09-29 11:48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기여도 점수 0.9468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현모델 기여도 1.00 · 재학습 불필요          연속학습          현황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기여도 계산 2026-10-05 16:59                   최근 승격 2026-09-29 11:52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[ 3단계·재생 버퍼 ]                         운전 상태         전부하 운전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재학습 최소 표본수  [ 5000 ]                   최근 전부하 운전 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재학습 최대 표본 수 [ 20000 ]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재학습 수집 일수    [    0 ]  0 = 전체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00" b="0" i="0">
                <a:solidFill>
                  <a:srgbClr val="D6DFEA"/>
                </a:solidFill>
                <a:latin typeface="Consolas"/>
                <a:ea typeface="Consolas"/>
                <a:cs typeface="Consolas"/>
              </a:rPr>
              <a:t>재학습 최소 시간대  [   18 ]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7044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등 색</a:t>
            </a:r>
          </a:p>
        </p:txBody>
      </p:sp>
      <p:sp>
        <p:nvSpPr>
          <p:cNvPr id="8" name="Oval 7"/>
          <p:cNvSpPr/>
          <p:nvPr/>
        </p:nvSpPr>
        <p:spPr>
          <a:xfrm>
            <a:off x="1527048" y="5916168"/>
            <a:ext cx="137160" cy="137160"/>
          </a:xfrm>
          <a:prstGeom prst="ellipse">
            <a:avLst/>
          </a:prstGeom>
          <a:solidFill>
            <a:srgbClr val="00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588873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사용 중</a:t>
            </a:r>
          </a:p>
        </p:txBody>
      </p:sp>
      <p:sp>
        <p:nvSpPr>
          <p:cNvPr id="10" name="Oval 9"/>
          <p:cNvSpPr/>
          <p:nvPr/>
        </p:nvSpPr>
        <p:spPr>
          <a:xfrm>
            <a:off x="2980944" y="5916168"/>
            <a:ext cx="137160" cy="137160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88873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준비 중 — 차오르는 중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5916168"/>
            <a:ext cx="137160" cy="13716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1576" y="588873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꺼짐 · 집계 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44768"/>
            <a:ext cx="986911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메인 창 현장 콤보 앞의 등은 이 셋을 접은 것임 · 노랑이 하나라도 있으면 노랑, 셋 다 회색일 때만 회색, 그 밖에는 초록임 · 프로세스가 죽었거나 DB 가 끊기면 그쪽이 이겨 빨강이 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네 묶음은 [설정 저장] 하나로 함께 저장하고, 값이 하나라도 잘못되면 아무것도 쓰지 않음 · 동적구성·문턱·자동 재학습은 [재학습] 창의 [저장] 으로 저장함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28  TRAINING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학습 표본 - 무엇을 배우는가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히스토리 DB 에서 학습에 쓸 프레임을 골라 모음 · 앞쪽 [3단계·기여도] 이 '기존 모델을 믿을지' 라면, 여기는 '무엇으로 학습할지' 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고르는 차례</a:t>
            </a:r>
          </a:p>
        </p:txBody>
      </p:sp>
      <p:sp>
        <p:nvSpPr>
          <p:cNvPr id="6" name="Oval 5"/>
          <p:cNvSpPr/>
          <p:nvPr/>
        </p:nvSpPr>
        <p:spPr>
          <a:xfrm>
            <a:off x="694944" y="2359152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32257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날짜 테이블 (수집 일수)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578608"/>
            <a:ext cx="4754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results_history_YYYYMMDD 를 훑음 (수집 일수가 있으면 그 안의 것만)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980944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94436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절대 임계값으로만 거른다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200400"/>
            <a:ext cx="4754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모델 점수로 거르면 모델이 못 맞히는 구간이 학습에서 빠져 맹점이 고착됨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3602736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56616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날짜마다 같은 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3822192"/>
            <a:ext cx="4754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하루 몫 = 최대 표본 수 / 일수. 모자란 날의 몫은 다른 날로 넘긺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4224528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418795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하루 안은 시각 24칸에 고르게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4443984"/>
            <a:ext cx="4754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하루 몫을 24개 시각에 같게 나눔 · 모자라면 복제하지 않고 있는 만큼만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011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[설정] · [재학습] 창에서 정함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39572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23957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기본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39572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무엇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70662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재학습 최대 표본 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270662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60000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270662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최대 이만큼 모음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301752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재학습 수집 일수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30175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301752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최근 N일 테이블만 훑음, 0 = 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3" y="3328415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동적구성 ([재학습] 창)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328415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3328415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켜면 옛:새 = w:1-w, 끄면 전체에서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3" y="4160520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가동/정지는 따로 나누지 않음 · 온도로 갈라 보니 가동과 정지가 아니라 드문 고온 구간만 떨어져 나왔고(cj_busan_1: 98도, 고온 프레임이 자료의 6.6% -&gt; 표본의 6.0%), 표본 구성도 거의 바뀌지 않았음 · 날짜와 시각만 고르게 맞춤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19472"/>
            <a:ext cx="10874959" cy="118872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2688" y="5029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날짜마다 같은 몫이고, 하루 안에서는 시각마다 고르게 뽑음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321808"/>
            <a:ext cx="10424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하루에 프레임이 몇 건 쌓였든 하루의 비중은 같음 · 그날 몫 안에서는 시각 24칸이 같은 몫을 받고, 칸 안에서는 모든 프레임이 같은 확률임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기간이 길수록 하루의 몫이 작아짐(180일이면 하루 약 110건). 오래된 자료의 비중을 줄이려면 재학습 수집 일수로 기간을 자르거나 재생버퍼 동적구성을 쓸 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29  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연속 학습의 안전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적응(무엇이 정상인가 배우기)과 탐지(이상을 알리기)는 반드시 분리되어야 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32688" y="2331720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94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이상 프레임은 학습하지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6128" y="228600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서서히 커지는 열점을 '요즘의 정상' 으로 흡수하면, 정작 위험할 때 경보가 나오지 않음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99232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32688" y="3227832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4553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절대 임계값은 적응하지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8211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평소가 무엇이든 상관없이 고정된 선을 지킴 · 학습 기반 판정이 모두 실패해도 남음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32688" y="4123944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416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급격한 변화는 배우지 말고 알린다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078224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카메라가 밀리면 학습을 멈추고 경보함 · 조준을 되돌리면 자동으로 해제됨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91456"/>
            <a:ext cx="10874959" cy="80467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32688" y="5020056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모델보다 둔해지면 승격하지 않는다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497433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절대 기준만으로는 세대마다 조금씩 나빠지는 것을 못 잡음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87568"/>
            <a:ext cx="10874959" cy="512064"/>
          </a:xfrm>
          <a:prstGeom prst="roundRect">
            <a:avLst>
              <a:gd name="adj" fmla="val 6000"/>
            </a:avLst>
          </a:prstGeom>
          <a:solidFill>
            <a:srgbClr val="2A3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815584"/>
            <a:ext cx="103263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kict1 사례 — 카메라가 틀어진 뒤 모든 프레임이 이상으로 판정되어, 재생 버퍼가 비고 재학습이 자동 보류되었음 · 규칙 1이 동작한 것임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30  COMMISSIONING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신규 현장 도입 절차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오토인코더는 그 현장을 본 적이 있어야 만들 수 있음 · 첫날부터 3단계로 시작하려면 시운전 기간을 학습 기간으로 함께 쓸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D+0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당일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980944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카메라 설치, 배선 점검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255264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env.ini · continual_learning.ini · db_secrets.ini 작성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529584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ABS_TEMP · ABS_RISE 지정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7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1단계 경보 즉시 동작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18688" y="308152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75887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D+0~1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경험 임계값 누적</a:t>
            </a:r>
          </a:p>
        </p:txBody>
      </p:sp>
      <p:sp>
        <p:nvSpPr>
          <p:cNvPr id="20" name="Oval 19"/>
          <p:cNvSpPr/>
          <p:nvPr/>
        </p:nvSpPr>
        <p:spPr>
          <a:xfrm>
            <a:off x="3712463" y="2980944"/>
            <a:ext cx="118872" cy="118872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하루를 한 바퀴 돌 때까지 대기</a:t>
            </a:r>
          </a:p>
        </p:txBody>
      </p:sp>
      <p:sp>
        <p:nvSpPr>
          <p:cNvPr id="22" name="Oval 21"/>
          <p:cNvSpPr/>
          <p:nvPr/>
        </p:nvSpPr>
        <p:spPr>
          <a:xfrm>
            <a:off x="3712463" y="3255264"/>
            <a:ext cx="118872" cy="118872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표본 3,000건 + 시간대 18개</a:t>
            </a:r>
          </a:p>
        </p:txBody>
      </p:sp>
      <p:sp>
        <p:nvSpPr>
          <p:cNvPr id="24" name="Oval 23"/>
          <p:cNvSpPr/>
          <p:nvPr/>
        </p:nvSpPr>
        <p:spPr>
          <a:xfrm>
            <a:off x="3712463" y="3529584"/>
            <a:ext cx="118872" cy="118872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0208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주야 변화를 모두 관측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21024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21024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2단계 채점 시작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98463" y="308152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55664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D+1~3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첫 모델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2980944"/>
            <a:ext cx="118872" cy="1188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3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nightly_retrain.py 실행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255264"/>
            <a:ext cx="118872" cy="1188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3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감도 회귀 시험 통과 시 승격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3529584"/>
            <a:ext cx="118872" cy="1188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3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predict_machine 재시작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0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3단계 시작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78240" y="3081528"/>
            <a:ext cx="182880" cy="182880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97696" y="2139696"/>
            <a:ext cx="2542032" cy="2066543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35440" y="22860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D6BA8"/>
                </a:solidFill>
                <a:latin typeface="Consolas"/>
                <a:ea typeface="Consolas"/>
                <a:cs typeface="Consolas"/>
              </a:rPr>
              <a:t>D+3~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5786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정식 가동</a:t>
            </a:r>
          </a:p>
        </p:txBody>
      </p:sp>
      <p:sp>
        <p:nvSpPr>
          <p:cNvPr id="44" name="Oval 43"/>
          <p:cNvSpPr/>
          <p:nvPr/>
        </p:nvSpPr>
        <p:spPr>
          <a:xfrm>
            <a:off x="9272016" y="2980944"/>
            <a:ext cx="118872" cy="118872"/>
          </a:xfrm>
          <a:prstGeom prst="ellipse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289864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세 단계가 함께 동작</a:t>
            </a:r>
          </a:p>
        </p:txBody>
      </p:sp>
      <p:sp>
        <p:nvSpPr>
          <p:cNvPr id="46" name="Oval 45"/>
          <p:cNvSpPr/>
          <p:nvPr/>
        </p:nvSpPr>
        <p:spPr>
          <a:xfrm>
            <a:off x="9272016" y="3255264"/>
            <a:ext cx="118872" cy="118872"/>
          </a:xfrm>
          <a:prstGeom prst="ellipse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317296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필요할 때 재학습</a:t>
            </a:r>
          </a:p>
        </p:txBody>
      </p:sp>
      <p:sp>
        <p:nvSpPr>
          <p:cNvPr id="48" name="Oval 47"/>
          <p:cNvSpPr/>
          <p:nvPr/>
        </p:nvSpPr>
        <p:spPr>
          <a:xfrm>
            <a:off x="9272016" y="3529584"/>
            <a:ext cx="118872" cy="118872"/>
          </a:xfrm>
          <a:prstGeom prst="ellipse">
            <a:avLst/>
          </a:prstGeom>
          <a:solidFill>
            <a:srgbClr val="3D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344728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세대 보관으로 언제든 복귀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0576" y="3822191"/>
            <a:ext cx="2176272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180576" y="3858768"/>
            <a:ext cx="21762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D6BA8"/>
                </a:solidFill>
                <a:latin typeface="맑은 고딕"/>
                <a:ea typeface="맑은 고딕"/>
                <a:cs typeface="맑은 고딕"/>
              </a:rPr>
              <a:t>연속 학습 정상 운영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25696"/>
            <a:ext cx="5300319" cy="173736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932688" y="4645152"/>
            <a:ext cx="347472" cy="3474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08176" y="4663440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다른 현장의 모델을 복사하지 말 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" y="5065776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모델이 아는 것은 "22번 칸은 보통 60도" 같은 칸 번호와 온도의 대응임 · 같은 번호라도 현장마다 가리키는 실제 위치가 다름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복사해도 오류 없이 돌아가고 점수도 나옴 · 다만 그 값에 의미가 없음 — 조용히 틀린 답을 자신 있게 내놓는 상태임 · 같은 카메라·같은 설비에서 PC만 교체하는 경우만 예외임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33007" y="4425696"/>
            <a:ext cx="5300319" cy="173736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6507327" y="4645152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2815" y="4663440"/>
            <a:ext cx="4294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시운전 기간과 겹쳐 쓸 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7327" y="5065776"/>
            <a:ext cx="47516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 배선과 시험 운전에 어차피 며칠이 듦 · 카메라를 먼저 올려 두면 그 기간에 학습이 끝나, 정식 가동 시점에는 이미 3단계로 시작할 수 있음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시운전 중 설비를 세워 두면 '정지 상태' 만 배움 · 가동과 정지를 모두 겪게 할 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31 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자주 겪는 문제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9842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653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점수가 계속 같은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762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관제서버의 파일이 갱신되지 않는 경우임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19202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debug_logs 의 ts 값을 확인할 것 · 며칠 전 날짜라면 현장 장비의 업로드를 점검함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517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14400" y="28986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797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점수가 낮게만 유지됨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906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카메라 조준이 틀어진 경우임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8346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학습 데이터에서 늘 뜨거웠던 고정 셀이 같은 자리인지 확인함 · 자리가 옮겨졌다면 재학습이 아니라 조준 복원이 필요함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661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14400" y="38130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94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db_utils 임포트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050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PyPI 의 동명 패키지가 대신 잡힌 경우임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749039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pip uninstall db_utils 로 제거하고, ROOT_PATH 가 올바른지 확인함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4400" y="47274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085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env.ini 를 찾을 수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otg_monitoring.ini 의 ROOT_PATH 가 잘못된 경우임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46634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메시지에 표시된 경로와 실제 폴더를 대조함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394960"/>
            <a:ext cx="10874959" cy="850392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14400" y="564184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229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프로세스가 6개보다 적음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83387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특정 스크립트만 기동 직후 종료된 경우임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577840"/>
            <a:ext cx="6309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D3E3"/>
                </a:solidFill>
                <a:latin typeface="맑은 고딕"/>
                <a:ea typeface="맑은 고딕"/>
                <a:cs typeface="맑은 고딕"/>
              </a:rPr>
              <a:t>debug_logs 에서 해당 프로세스 로그의 마지막 줄을 확인함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32 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설치 점검표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7393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Visual Studio (MFC 포함) 설치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5000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4086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MySQL 8.0 Server 설치 및 root 비밀번호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1693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Anaconda 설치, conda -V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8386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conda 환경 mmc 생성 (python 3.9)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50791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416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패키지 설치 완료 (db_utils 는 제외)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177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0857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현장별 데이터베이스 · otg_user 계정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78308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19" y="177393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프로젝트 폴더 배치 및 DLL 3개 복사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235000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19" y="234086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otg_monitoring.ini 작성 (ROOT_PATH · ANACONDA)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291693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19" y="290779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users\&lt;user&gt;\env.ini · continual_learning.ini 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348386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9" y="3474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users\&lt;user&gt;\db_secrets.ini 작성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4050791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19" y="40416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절대 임계값 ABS_TEMP · ABS_RISE 지정 (1단계)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46177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19" y="460857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Release x64 빌드 후 시작 버튼으로 6개 기동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51846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3CC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19" y="517550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신규 현장은 시운전 2~3일 후 첫 모델 승격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74959" cy="54864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815584"/>
            <a:ext cx="102531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모두 완료되면 현장 두 곳 합쳐 6개가 기동하고, 상태줄에는 선택한 현장 기준으로 [3] processes | err=0000 이 표시됨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33 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세 서버와 역할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732787" y="1572768"/>
            <a:ext cx="365760" cy="365760"/>
          </a:xfrm>
          <a:prstGeom prst="ellipse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 장비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8780"/>
                </a:solidFill>
                <a:latin typeface="Consolas"/>
                <a:ea typeface="Consolas"/>
                <a:cs typeface="Consolas"/>
              </a:rPr>
              <a:t>열화상 · RGB · 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834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관제서버로 원본 업로드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49140" y="1572768"/>
            <a:ext cx="365760" cy="3657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관제서버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sangchoo.com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834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원본 저장 · 웹 화면 · 문자 발송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7830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365492" y="1572768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분석서버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9D8F"/>
                </a:solidFill>
                <a:latin typeface="Consolas"/>
                <a:ea typeface="Consolas"/>
                <a:cs typeface="Consolas"/>
              </a:rPr>
              <a:t>이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834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판정 · 학습 · 운전 상태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783080"/>
            <a:ext cx="251460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181844" y="1572768"/>
            <a:ext cx="365760" cy="365760"/>
          </a:xfrm>
          <a:prstGeom prst="ellipse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DB 서버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221.160.250.120:8833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8346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관제서버에 값 제공 (API)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03320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3849624"/>
            <a:ext cx="1032631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연결은 늘 분석서버가 먼저 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관제서버는 인터넷에 열려 있고 분석서버는 아님 · 분석서버가 관제서버에서 받아 오고(GET) 보낼 것을 보냄(POST)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27448"/>
            <a:ext cx="10874959" cy="896112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873752"/>
            <a:ext cx="1032631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관제 화면 · 문자 판단 값은 DB 서버 API 에서 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관제서버는 DB 에 직접 접속하지 않고 DB 서버의 웹 API 를 HTTP 로 불러 값을 받음 · 그 API 가 어느 DB 를 읽는지(분석서버 MySQL 여부)는 API 코드가 없어 미확인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34  ANALYSIS ↔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분석서버와 관제서버가 주고받는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91640"/>
            <a:ext cx="10872216" cy="457200"/>
          </a:xfrm>
          <a:prstGeom prst="roundRect">
            <a:avLst>
              <a:gd name="adj" fmla="val 4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179222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3744" y="1792224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9983" y="1792224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7424" y="1792224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03704"/>
            <a:ext cx="10872216" cy="4572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230428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 →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304288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현장 데이터 (열화상 · 센서 · RGB)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3" y="230428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계속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2304288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79806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 →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798064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분석마스크 (hotlist_mask_svr.ini)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3" y="2798064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[관제서버 분석마스크 받기]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2798064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91256"/>
            <a:ext cx="10872216" cy="4572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329184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 →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744" y="3291840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운전 상태 분류표 (웹에서 고친 것)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329184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1분마다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291840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791F"/>
                </a:solidFill>
                <a:latin typeface="맑은 고딕"/>
                <a:ea typeface="맑은 고딕"/>
                <a:cs typeface="맑은 고딕"/>
              </a:rPr>
              <a:t>감시 재시작 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78561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 → 관제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3785616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지금 운전 상태 (이름 · 벗어남)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3" y="3785616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1분마다 · 동기화 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3785616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791F"/>
                </a:solidFill>
                <a:latin typeface="맑은 고딕"/>
                <a:ea typeface="맑은 고딕"/>
                <a:cs typeface="맑은 고딕"/>
              </a:rPr>
              <a:t>키 설정 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178808"/>
            <a:ext cx="10872216" cy="4572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4279392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 → 관제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3744" y="4279392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운전 상태 분류표 (바뀌면)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3" y="427939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변경 시 · 동기화 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4279392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791F"/>
                </a:solidFill>
                <a:latin typeface="맑은 고딕"/>
                <a:ea typeface="맑은 고딕"/>
                <a:cs typeface="맑은 고딕"/>
              </a:rPr>
              <a:t>키 설정 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77316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 → 관제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23744" y="4773168"/>
            <a:ext cx="40233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화재 경보 문자 요청 (smsTxt)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3" y="477316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화재 감지 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4773168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동작 안 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30352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32688" y="5449824"/>
            <a:ext cx="103263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화재 경보 문자 요청은 쓰이지 않는 옛 경로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predict_machine.py 의 주소가 kict_samsung_test/assets/send_sms.php (404) · 실패해도 기록이 남지 않음 · 실제 문자는 관제서버 auto_check.php 가 DB 서버 값으로 판단해 보냄 · 점수와 판정 이력은 분석서버 MySQL 에만 쌓임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35  DB SERVER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관제서버가 DB 서버 API 로 가져오는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91640"/>
            <a:ext cx="10872216" cy="457200"/>
          </a:xfrm>
          <a:prstGeom prst="roundRect">
            <a:avLst>
              <a:gd name="adj" fmla="val 4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1792224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 (8833)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5224" y="1792224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관제서버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8424" y="1792224"/>
            <a:ext cx="3611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받는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73184" y="1792224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쓰는 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03704"/>
            <a:ext cx="10872216" cy="713232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2304288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otg_last_rows.php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304288"/>
            <a:ext cx="2560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median_latest.php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8424" y="2304288"/>
            <a:ext cx="3611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최신 1건: 64칸 온도 · 분석마스크 · 화재/연기 값 · 인원/낙상 · score · 오류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3184" y="2304288"/>
            <a:ext cx="20025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 화면 · 문자 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54096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serach_log.php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054096"/>
            <a:ext cx="2560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get_log.php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424" y="3054096"/>
            <a:ext cx="3611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날짜별 기록: 시각별 64칸 온도 · 화재/연기 · 인원/낙상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3184" y="3054096"/>
            <a:ext cx="20025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이벤트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10872216" cy="713232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3803904"/>
            <a:ext cx="1965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playback_hotlist.php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803904"/>
            <a:ext cx="2560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get_playback_bundle.php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78424" y="3803904"/>
            <a:ext cx="3611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구간별 온도: 시각별 64칸 온도만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3803904"/>
            <a:ext cx="20025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이벤트 · 리포트 재생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0288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4736592"/>
            <a:ext cx="103263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세 가지는 서로 다른 API · 주소는 관제서버 코드에 직접 적혀 있음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median_latest.php:253 · get_log.php:167 (환경변수 KICT_INTERNAL_LOG_API 로 변경 가능) · get_playback_bundle.php:39 · 받는 항목 이름(mscore 등)이 분석서버 current_value 표와 같음 · 세 API 가 같은 DB 표를 읽는지는 미확인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36  SMS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문자 경보는 관제서버가 판단하고 보냄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95528" y="1874519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DB 서버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12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4A261"/>
                </a:solidFill>
                <a:latin typeface="Consolas"/>
                <a:ea typeface="Consolas"/>
                <a:cs typeface="Consolas"/>
              </a:rPr>
              <a:t>otg_last_rows.php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가공된 최신 값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7248" y="225856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11879" y="1874519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212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auto_check.php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5초마다 · 연속 횟수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25856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7830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발송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12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send_sms.php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문자 업체 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59952" y="2258568"/>
            <a:ext cx="256032" cy="201168"/>
          </a:xfrm>
          <a:prstGeom prst="rightArrow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07424" y="17830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44584" y="1874519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수신자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212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88780"/>
                </a:solidFill>
                <a:latin typeface="Consolas"/>
                <a:ea typeface="Consolas"/>
                <a:cs typeface="Consolas"/>
              </a:rPr>
              <a:t>SMS 설정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최대 3명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200400"/>
            <a:ext cx="10872216" cy="457200"/>
          </a:xfrm>
          <a:prstGeom prst="roundRect">
            <a:avLst>
              <a:gd name="adj" fmla="val 4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6384" y="330098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보는 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3300984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 기준 (detection_rules.php 기본값)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3300984"/>
            <a:ext cx="30083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12463"/>
            <a:ext cx="10872216" cy="38404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3813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fire_list (화재 검출)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2463" y="3813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하나라도 5.0 이상 → 화재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3813048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2336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smoke_list (연기 검출)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2463" y="42336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하나라도 5.0 이상 → 연기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4233672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553712"/>
            <a:ext cx="10872216" cy="38404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86384" y="46542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fall_people (낙상 인원)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3" y="46542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1명 이상 → 낙상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654296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5074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64칸 평균 온도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60도 이상 → 온도 상승 · 50~60도 → 초기 (현장 설정으로 켬)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5074920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2번 / 6번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394959"/>
            <a:ext cx="10872216" cy="384048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6384" y="54955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error_code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3" y="54955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0000 이 아니면 → 센서 이상 (카메라 이동 0021 포함 가능)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5495544"/>
            <a:ext cx="30083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바로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상태가 바뀔 때만 발송 · 같은 사건 반복은 send_sms.php 가 막음 (resultCode=95) · 주간 · 월간 리포트 링크 문자도 같은 경로 (report_send.php) · score · 운전 상태는 문자 판단에 쓰지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37  OP STATE 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운전 상태 동기화 설정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28800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83080"/>
            <a:ext cx="10280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관제서버 설정 → [운전 상태] → [키 만들기]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2130552"/>
            <a:ext cx="10280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현장마다 · 키 원문은 한 번만 보임 (관제서버엔 해시만 저장)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63347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587752"/>
            <a:ext cx="10280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분석서버 users\&lt;현장&gt;\env.ini [NETWORK] 에 OP_SYNC_KEY = 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935224"/>
            <a:ext cx="10280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관제 주소가 다르면 VIEWER_URL = 주소 (기본: ROOT_URL 의 kict_samsung → kict_viewer)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438144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392424"/>
            <a:ext cx="10280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분석서버 감시 다시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739896"/>
            <a:ext cx="10280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op_sync.py 스레드가 1분마다 지금 상태 · 바뀐 분류표를 올림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242816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197096"/>
            <a:ext cx="10280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1~2분 뒤 설정 탭에 분류표 표시 · 관제 화면에 '운전 상태'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544568"/>
            <a:ext cx="10280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웹에서 이름 · 칸별 온도 패턴을 고쳐 저장하면 분석서버가 1~2분 안에 받아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093207"/>
            <a:ext cx="10874959" cy="1005840"/>
          </a:xfrm>
          <a:prstGeom prst="roundRect">
            <a:avLst>
              <a:gd name="adj" fmla="val 6000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39512"/>
            <a:ext cx="1032631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알아 둘 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양쪽에서 동시에 고치면 웹에서 고친 것이 이김 · 이름에 따옴표(") · 역빗금(\) 불가 · 웹에서 새로 만든 상태는 '낯섦' 기준(평소 벗어남 · 낯선 선)이 없음 (make_op_states.py 로 다시 만들어야 생김) · 운전 상태는 표시용 · 경보와 채점에는 영향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